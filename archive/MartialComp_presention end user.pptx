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2" d="100"/>
          <a:sy n="82" d="100"/>
        </p:scale>
        <p:origin x="67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5.svg"/><Relationship Id="rId4" Type="http://schemas.openxmlformats.org/officeDocument/2006/relationships/image" Target="../media/image17.svg"/><Relationship Id="rId9" Type="http://schemas.openxmlformats.org/officeDocument/2006/relationships/image" Target="../media/image4.pn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ata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ata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ata11.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diagrams/_rels/data12.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63.svg"/><Relationship Id="rId4" Type="http://schemas.openxmlformats.org/officeDocument/2006/relationships/image" Target="../media/image59.svg"/><Relationship Id="rId9" Type="http://schemas.openxmlformats.org/officeDocument/2006/relationships/image" Target="../media/image62.png"/></Relationships>
</file>

<file path=ppt/diagrams/_rels/data13.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40.png"/><Relationship Id="rId7" Type="http://schemas.openxmlformats.org/officeDocument/2006/relationships/image" Target="../media/image68.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55.svg"/><Relationship Id="rId4" Type="http://schemas.openxmlformats.org/officeDocument/2006/relationships/image" Target="../media/image41.svg"/><Relationship Id="rId9" Type="http://schemas.openxmlformats.org/officeDocument/2006/relationships/image" Target="../media/image54.png"/></Relationships>
</file>

<file path=ppt/diagrams/_rels/data14.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54.png"/><Relationship Id="rId7" Type="http://schemas.openxmlformats.org/officeDocument/2006/relationships/image" Target="../media/image70.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5.svg"/></Relationships>
</file>

<file path=ppt/diagrams/_rels/data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76.svg"/><Relationship Id="rId1" Type="http://schemas.openxmlformats.org/officeDocument/2006/relationships/image" Target="../media/image75.png"/><Relationship Id="rId4" Type="http://schemas.openxmlformats.org/officeDocument/2006/relationships/image" Target="../media/image47.svg"/></Relationships>
</file>

<file path=ppt/diagrams/_rels/data18.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22.png"/><Relationship Id="rId7" Type="http://schemas.openxmlformats.org/officeDocument/2006/relationships/image" Target="../media/image77.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80.svg"/><Relationship Id="rId4" Type="http://schemas.openxmlformats.org/officeDocument/2006/relationships/image" Target="../media/image23.svg"/><Relationship Id="rId9" Type="http://schemas.openxmlformats.org/officeDocument/2006/relationships/image" Target="../media/image79.png"/></Relationships>
</file>

<file path=ppt/diagrams/_rels/data20.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66.png"/><Relationship Id="rId7" Type="http://schemas.openxmlformats.org/officeDocument/2006/relationships/image" Target="../media/image34.png"/><Relationship Id="rId2" Type="http://schemas.openxmlformats.org/officeDocument/2006/relationships/image" Target="../media/image82.svg"/><Relationship Id="rId1" Type="http://schemas.openxmlformats.org/officeDocument/2006/relationships/image" Target="../media/image81.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67.svg"/></Relationships>
</file>

<file path=ppt/diagrams/_rels/data25.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90.svg"/></Relationships>
</file>

<file path=ppt/diagrams/_rels/data2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96.svg"/></Relationships>
</file>

<file path=ppt/diagrams/_rels/data30.xml.rels><?xml version="1.0" encoding="UTF-8" standalone="yes"?>
<Relationships xmlns="http://schemas.openxmlformats.org/package/2006/relationships"><Relationship Id="rId8" Type="http://schemas.openxmlformats.org/officeDocument/2006/relationships/image" Target="../media/image106.sv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image" Target="../media/image100.svg"/><Relationship Id="rId1" Type="http://schemas.openxmlformats.org/officeDocument/2006/relationships/image" Target="../media/image99.png"/><Relationship Id="rId6" Type="http://schemas.openxmlformats.org/officeDocument/2006/relationships/image" Target="../media/image104.svg"/><Relationship Id="rId5" Type="http://schemas.openxmlformats.org/officeDocument/2006/relationships/image" Target="../media/image103.png"/><Relationship Id="rId4" Type="http://schemas.openxmlformats.org/officeDocument/2006/relationships/image" Target="../media/image102.svg"/></Relationships>
</file>

<file path=ppt/diagrams/_rels/data31.xml.rels><?xml version="1.0" encoding="UTF-8" standalone="yes"?>
<Relationships xmlns="http://schemas.openxmlformats.org/package/2006/relationships"><Relationship Id="rId8" Type="http://schemas.openxmlformats.org/officeDocument/2006/relationships/image" Target="../media/image112.sv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110.svg"/><Relationship Id="rId5" Type="http://schemas.openxmlformats.org/officeDocument/2006/relationships/image" Target="../media/image109.png"/><Relationship Id="rId4" Type="http://schemas.openxmlformats.org/officeDocument/2006/relationships/image" Target="../media/image108.svg"/></Relationships>
</file>

<file path=ppt/diagrams/_rels/data3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svg"/><Relationship Id="rId1" Type="http://schemas.openxmlformats.org/officeDocument/2006/relationships/image" Target="../media/image113.png"/><Relationship Id="rId4" Type="http://schemas.openxmlformats.org/officeDocument/2006/relationships/image" Target="../media/image11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5.svg"/><Relationship Id="rId4" Type="http://schemas.openxmlformats.org/officeDocument/2006/relationships/image" Target="../media/image17.svg"/><Relationship Id="rId9" Type="http://schemas.openxmlformats.org/officeDocument/2006/relationships/image" Target="../media/image4.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4" Type="http://schemas.openxmlformats.org/officeDocument/2006/relationships/image" Target="../media/image33.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rawing1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4" Type="http://schemas.openxmlformats.org/officeDocument/2006/relationships/image" Target="../media/image47.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51.sv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svg"/><Relationship Id="rId9" Type="http://schemas.openxmlformats.org/officeDocument/2006/relationships/image" Target="../media/image54.png"/></Relationships>
</file>

<file path=ppt/diagrams/_rels/drawing12.xml.rels><?xml version="1.0" encoding="UTF-8" standalone="yes"?>
<Relationships xmlns="http://schemas.openxmlformats.org/package/2006/relationships"><Relationship Id="rId8" Type="http://schemas.openxmlformats.org/officeDocument/2006/relationships/image" Target="../media/image61.svg"/><Relationship Id="rId3" Type="http://schemas.openxmlformats.org/officeDocument/2006/relationships/image" Target="../media/image58.png"/><Relationship Id="rId7" Type="http://schemas.openxmlformats.org/officeDocument/2006/relationships/image" Target="../media/image60.png"/><Relationship Id="rId2" Type="http://schemas.openxmlformats.org/officeDocument/2006/relationships/image" Target="../media/image57.svg"/><Relationship Id="rId1" Type="http://schemas.openxmlformats.org/officeDocument/2006/relationships/image" Target="../media/image56.png"/><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63.svg"/><Relationship Id="rId4" Type="http://schemas.openxmlformats.org/officeDocument/2006/relationships/image" Target="../media/image59.svg"/><Relationship Id="rId9" Type="http://schemas.openxmlformats.org/officeDocument/2006/relationships/image" Target="../media/image62.png"/></Relationships>
</file>

<file path=ppt/diagrams/_rels/drawing13.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40.png"/><Relationship Id="rId7" Type="http://schemas.openxmlformats.org/officeDocument/2006/relationships/image" Target="../media/image68.png"/><Relationship Id="rId2" Type="http://schemas.openxmlformats.org/officeDocument/2006/relationships/image" Target="../media/image65.svg"/><Relationship Id="rId1" Type="http://schemas.openxmlformats.org/officeDocument/2006/relationships/image" Target="../media/image64.png"/><Relationship Id="rId6" Type="http://schemas.openxmlformats.org/officeDocument/2006/relationships/image" Target="../media/image67.svg"/><Relationship Id="rId5" Type="http://schemas.openxmlformats.org/officeDocument/2006/relationships/image" Target="../media/image66.png"/><Relationship Id="rId10" Type="http://schemas.openxmlformats.org/officeDocument/2006/relationships/image" Target="../media/image55.svg"/><Relationship Id="rId4" Type="http://schemas.openxmlformats.org/officeDocument/2006/relationships/image" Target="../media/image41.svg"/><Relationship Id="rId9" Type="http://schemas.openxmlformats.org/officeDocument/2006/relationships/image" Target="../media/image54.png"/></Relationships>
</file>

<file path=ppt/diagrams/_rels/drawing14.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54.png"/><Relationship Id="rId7" Type="http://schemas.openxmlformats.org/officeDocument/2006/relationships/image" Target="../media/image70.png"/><Relationship Id="rId2" Type="http://schemas.openxmlformats.org/officeDocument/2006/relationships/image" Target="../media/image63.svg"/><Relationship Id="rId1" Type="http://schemas.openxmlformats.org/officeDocument/2006/relationships/image" Target="../media/image62.png"/><Relationship Id="rId6" Type="http://schemas.openxmlformats.org/officeDocument/2006/relationships/image" Target="../media/image61.svg"/><Relationship Id="rId5" Type="http://schemas.openxmlformats.org/officeDocument/2006/relationships/image" Target="../media/image60.png"/><Relationship Id="rId4" Type="http://schemas.openxmlformats.org/officeDocument/2006/relationships/image" Target="../media/image55.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76.svg"/><Relationship Id="rId1" Type="http://schemas.openxmlformats.org/officeDocument/2006/relationships/image" Target="../media/image75.png"/><Relationship Id="rId4" Type="http://schemas.openxmlformats.org/officeDocument/2006/relationships/image" Target="../media/image47.svg"/></Relationships>
</file>

<file path=ppt/diagrams/_rels/drawing18.xml.rels><?xml version="1.0" encoding="UTF-8" standalone="yes"?>
<Relationships xmlns="http://schemas.openxmlformats.org/package/2006/relationships"><Relationship Id="rId8" Type="http://schemas.openxmlformats.org/officeDocument/2006/relationships/image" Target="../media/image78.svg"/><Relationship Id="rId3" Type="http://schemas.openxmlformats.org/officeDocument/2006/relationships/image" Target="../media/image22.png"/><Relationship Id="rId7" Type="http://schemas.openxmlformats.org/officeDocument/2006/relationships/image" Target="../media/image77.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80.svg"/><Relationship Id="rId4" Type="http://schemas.openxmlformats.org/officeDocument/2006/relationships/image" Target="../media/image23.svg"/><Relationship Id="rId9" Type="http://schemas.openxmlformats.org/officeDocument/2006/relationships/image" Target="../media/image79.png"/></Relationships>
</file>

<file path=ppt/diagrams/_rels/drawing20.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66.png"/><Relationship Id="rId7" Type="http://schemas.openxmlformats.org/officeDocument/2006/relationships/image" Target="../media/image34.png"/><Relationship Id="rId2" Type="http://schemas.openxmlformats.org/officeDocument/2006/relationships/image" Target="../media/image82.svg"/><Relationship Id="rId1" Type="http://schemas.openxmlformats.org/officeDocument/2006/relationships/image" Target="../media/image81.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67.svg"/></Relationships>
</file>

<file path=ppt/diagrams/_rels/drawing25.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90.svg"/></Relationships>
</file>

<file path=ppt/diagrams/_rels/drawing2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55.svg"/><Relationship Id="rId1" Type="http://schemas.openxmlformats.org/officeDocument/2006/relationships/image" Target="../media/image54.png"/><Relationship Id="rId6" Type="http://schemas.openxmlformats.org/officeDocument/2006/relationships/image" Target="../media/image98.svg"/><Relationship Id="rId5" Type="http://schemas.openxmlformats.org/officeDocument/2006/relationships/image" Target="../media/image97.png"/><Relationship Id="rId4" Type="http://schemas.openxmlformats.org/officeDocument/2006/relationships/image" Target="../media/image96.svg"/></Relationships>
</file>

<file path=ppt/diagrams/_rels/drawing30.xml.rels><?xml version="1.0" encoding="UTF-8" standalone="yes"?>
<Relationships xmlns="http://schemas.openxmlformats.org/package/2006/relationships"><Relationship Id="rId8" Type="http://schemas.openxmlformats.org/officeDocument/2006/relationships/image" Target="../media/image106.svg"/><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image" Target="../media/image100.svg"/><Relationship Id="rId1" Type="http://schemas.openxmlformats.org/officeDocument/2006/relationships/image" Target="../media/image99.png"/><Relationship Id="rId6" Type="http://schemas.openxmlformats.org/officeDocument/2006/relationships/image" Target="../media/image104.svg"/><Relationship Id="rId5" Type="http://schemas.openxmlformats.org/officeDocument/2006/relationships/image" Target="../media/image103.png"/><Relationship Id="rId4" Type="http://schemas.openxmlformats.org/officeDocument/2006/relationships/image" Target="../media/image102.svg"/></Relationships>
</file>

<file path=ppt/diagrams/_rels/drawing31.xml.rels><?xml version="1.0" encoding="UTF-8" standalone="yes"?>
<Relationships xmlns="http://schemas.openxmlformats.org/package/2006/relationships"><Relationship Id="rId8" Type="http://schemas.openxmlformats.org/officeDocument/2006/relationships/image" Target="../media/image112.svg"/><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image" Target="../media/image61.svg"/><Relationship Id="rId1" Type="http://schemas.openxmlformats.org/officeDocument/2006/relationships/image" Target="../media/image60.png"/><Relationship Id="rId6" Type="http://schemas.openxmlformats.org/officeDocument/2006/relationships/image" Target="../media/image110.svg"/><Relationship Id="rId5" Type="http://schemas.openxmlformats.org/officeDocument/2006/relationships/image" Target="../media/image109.png"/><Relationship Id="rId4" Type="http://schemas.openxmlformats.org/officeDocument/2006/relationships/image" Target="../media/image108.svg"/></Relationships>
</file>

<file path=ppt/diagrams/_rels/drawing3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svg"/><Relationship Id="rId1" Type="http://schemas.openxmlformats.org/officeDocument/2006/relationships/image" Target="../media/image113.png"/><Relationship Id="rId4" Type="http://schemas.openxmlformats.org/officeDocument/2006/relationships/image" Target="../media/image11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C669F9-8EA9-401B-B78C-DEB187A7C36D}"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155E54D9-9777-4A9F-9165-982B0FD2D152}">
      <dgm:prSet/>
      <dgm:spPr/>
      <dgm:t>
        <a:bodyPr/>
        <a:lstStyle/>
        <a:p>
          <a:r>
            <a:rPr lang="fr-FR" b="1"/>
            <a:t>Fini la paperasse administrative !</a:t>
          </a:r>
          <a:endParaRPr lang="en-US"/>
        </a:p>
      </dgm:t>
    </dgm:pt>
    <dgm:pt modelId="{8D12A3F0-8675-41F1-983C-18F6DE3F1B12}" type="parTrans" cxnId="{34FE6F61-CD85-4DC9-8990-615D0880F4BB}">
      <dgm:prSet/>
      <dgm:spPr/>
      <dgm:t>
        <a:bodyPr/>
        <a:lstStyle/>
        <a:p>
          <a:endParaRPr lang="en-US"/>
        </a:p>
      </dgm:t>
    </dgm:pt>
    <dgm:pt modelId="{09C3BF1E-5295-45B9-8941-E4D1EB3379B7}" type="sibTrans" cxnId="{34FE6F61-CD85-4DC9-8990-615D0880F4BB}">
      <dgm:prSet/>
      <dgm:spPr/>
      <dgm:t>
        <a:bodyPr/>
        <a:lstStyle/>
        <a:p>
          <a:endParaRPr lang="en-US"/>
        </a:p>
      </dgm:t>
    </dgm:pt>
    <dgm:pt modelId="{95B2905D-042B-43F8-8759-938367C670BA}">
      <dgm:prSet/>
      <dgm:spPr/>
      <dgm:t>
        <a:bodyPr/>
        <a:lstStyle/>
        <a:p>
          <a:r>
            <a:rPr lang="fr-FR" b="1"/>
            <a:t>Gestion simplifiée des membres</a:t>
          </a:r>
          <a:endParaRPr lang="en-US"/>
        </a:p>
      </dgm:t>
    </dgm:pt>
    <dgm:pt modelId="{2557673C-9F98-4E75-B689-C0C6BAE8E0CD}" type="parTrans" cxnId="{21E9FE1D-81B6-4333-9C54-064D88635B7A}">
      <dgm:prSet/>
      <dgm:spPr/>
      <dgm:t>
        <a:bodyPr/>
        <a:lstStyle/>
        <a:p>
          <a:endParaRPr lang="en-US"/>
        </a:p>
      </dgm:t>
    </dgm:pt>
    <dgm:pt modelId="{211E6356-39C2-4DEE-B5B3-D9243C7979AF}" type="sibTrans" cxnId="{21E9FE1D-81B6-4333-9C54-064D88635B7A}">
      <dgm:prSet/>
      <dgm:spPr/>
      <dgm:t>
        <a:bodyPr/>
        <a:lstStyle/>
        <a:p>
          <a:endParaRPr lang="en-US"/>
        </a:p>
      </dgm:t>
    </dgm:pt>
    <dgm:pt modelId="{E21C819D-8671-4315-A3D1-7423DAE9E32D}">
      <dgm:prSet/>
      <dgm:spPr/>
      <dgm:t>
        <a:bodyPr/>
        <a:lstStyle/>
        <a:p>
          <a:r>
            <a:rPr lang="fr-FR"/>
            <a:t>Créez et mettez à jour les profils de vos pratiquants en quelques clics</a:t>
          </a:r>
          <a:endParaRPr lang="en-US"/>
        </a:p>
      </dgm:t>
    </dgm:pt>
    <dgm:pt modelId="{C4EBD33B-0E72-4C8E-8173-B5157803FAF7}" type="parTrans" cxnId="{9C62B1A6-A5B4-4BEE-AA21-65C265B9927F}">
      <dgm:prSet/>
      <dgm:spPr/>
      <dgm:t>
        <a:bodyPr/>
        <a:lstStyle/>
        <a:p>
          <a:endParaRPr lang="en-US"/>
        </a:p>
      </dgm:t>
    </dgm:pt>
    <dgm:pt modelId="{6CE1CB1D-F846-423C-B843-744077AD0E4E}" type="sibTrans" cxnId="{9C62B1A6-A5B4-4BEE-AA21-65C265B9927F}">
      <dgm:prSet/>
      <dgm:spPr/>
      <dgm:t>
        <a:bodyPr/>
        <a:lstStyle/>
        <a:p>
          <a:endParaRPr lang="en-US"/>
        </a:p>
      </dgm:t>
    </dgm:pt>
    <dgm:pt modelId="{71EF8209-5792-495A-8CE6-DE42C07DE514}">
      <dgm:prSet/>
      <dgm:spPr/>
      <dgm:t>
        <a:bodyPr/>
        <a:lstStyle/>
        <a:p>
          <a:r>
            <a:rPr lang="fr-FR"/>
            <a:t>Suivez les renouvellements d'adhésion avec rappels automatiques</a:t>
          </a:r>
          <a:endParaRPr lang="en-US"/>
        </a:p>
      </dgm:t>
    </dgm:pt>
    <dgm:pt modelId="{B5DD3668-9392-4B92-A3E8-958A9CC0F518}" type="parTrans" cxnId="{B6103C96-938E-42ED-817E-A27A0A0C6EB8}">
      <dgm:prSet/>
      <dgm:spPr/>
      <dgm:t>
        <a:bodyPr/>
        <a:lstStyle/>
        <a:p>
          <a:endParaRPr lang="en-US"/>
        </a:p>
      </dgm:t>
    </dgm:pt>
    <dgm:pt modelId="{85E32CDD-0827-4510-87F6-9E96931EE981}" type="sibTrans" cxnId="{B6103C96-938E-42ED-817E-A27A0A0C6EB8}">
      <dgm:prSet/>
      <dgm:spPr/>
      <dgm:t>
        <a:bodyPr/>
        <a:lstStyle/>
        <a:p>
          <a:endParaRPr lang="en-US"/>
        </a:p>
      </dgm:t>
    </dgm:pt>
    <dgm:pt modelId="{B51884A5-9857-4838-ABC4-133E324EBE72}">
      <dgm:prSet/>
      <dgm:spPr/>
      <dgm:t>
        <a:bodyPr/>
        <a:lstStyle/>
        <a:p>
          <a:r>
            <a:rPr lang="fr-FR"/>
            <a:t>Générez des cartes de membre numériques avec QR code</a:t>
          </a:r>
          <a:endParaRPr lang="en-US"/>
        </a:p>
      </dgm:t>
    </dgm:pt>
    <dgm:pt modelId="{BB4E0C66-64A8-4CCC-ADCB-57F1516BE28F}" type="parTrans" cxnId="{F9028DAB-4A64-44D6-9DC0-74873146EFBE}">
      <dgm:prSet/>
      <dgm:spPr/>
      <dgm:t>
        <a:bodyPr/>
        <a:lstStyle/>
        <a:p>
          <a:endParaRPr lang="en-US"/>
        </a:p>
      </dgm:t>
    </dgm:pt>
    <dgm:pt modelId="{7990E698-17F7-48E3-BD33-2BD555C94CC1}" type="sibTrans" cxnId="{F9028DAB-4A64-44D6-9DC0-74873146EFBE}">
      <dgm:prSet/>
      <dgm:spPr/>
      <dgm:t>
        <a:bodyPr/>
        <a:lstStyle/>
        <a:p>
          <a:endParaRPr lang="en-US"/>
        </a:p>
      </dgm:t>
    </dgm:pt>
    <dgm:pt modelId="{88AF9B61-9B5A-4324-82A3-4DCFAFA061C3}">
      <dgm:prSet/>
      <dgm:spPr/>
      <dgm:t>
        <a:bodyPr/>
        <a:lstStyle/>
        <a:p>
          <a:r>
            <a:rPr lang="fr-FR"/>
            <a:t>Accédez instantanément aux coordonnées et informations médicales</a:t>
          </a:r>
          <a:endParaRPr lang="en-US"/>
        </a:p>
      </dgm:t>
    </dgm:pt>
    <dgm:pt modelId="{9C858ADA-E32A-4BF9-983F-8ED7C2290E74}" type="parTrans" cxnId="{F748EDF6-31EB-4216-9126-378C6890C2EC}">
      <dgm:prSet/>
      <dgm:spPr/>
      <dgm:t>
        <a:bodyPr/>
        <a:lstStyle/>
        <a:p>
          <a:endParaRPr lang="en-US"/>
        </a:p>
      </dgm:t>
    </dgm:pt>
    <dgm:pt modelId="{501697CF-4268-442F-8609-B4672DC19B4B}" type="sibTrans" cxnId="{F748EDF6-31EB-4216-9126-378C6890C2EC}">
      <dgm:prSet/>
      <dgm:spPr/>
      <dgm:t>
        <a:bodyPr/>
        <a:lstStyle/>
        <a:p>
          <a:endParaRPr lang="en-US"/>
        </a:p>
      </dgm:t>
    </dgm:pt>
    <dgm:pt modelId="{85A7D20E-9C15-4198-9EED-6FC95FE385E9}" type="pres">
      <dgm:prSet presAssocID="{00C669F9-8EA9-401B-B78C-DEB187A7C36D}" presName="linear" presStyleCnt="0">
        <dgm:presLayoutVars>
          <dgm:dir/>
          <dgm:animLvl val="lvl"/>
          <dgm:resizeHandles val="exact"/>
        </dgm:presLayoutVars>
      </dgm:prSet>
      <dgm:spPr/>
    </dgm:pt>
    <dgm:pt modelId="{29FDF586-1012-48AE-986D-25070B81A62E}" type="pres">
      <dgm:prSet presAssocID="{155E54D9-9777-4A9F-9165-982B0FD2D152}" presName="parentLin" presStyleCnt="0"/>
      <dgm:spPr/>
    </dgm:pt>
    <dgm:pt modelId="{A727CBC2-DD38-415B-8750-D77A420C1F52}" type="pres">
      <dgm:prSet presAssocID="{155E54D9-9777-4A9F-9165-982B0FD2D152}" presName="parentLeftMargin" presStyleLbl="node1" presStyleIdx="0" presStyleCnt="2"/>
      <dgm:spPr/>
    </dgm:pt>
    <dgm:pt modelId="{3A8D3328-A0A0-43DC-A0B9-6DBE77DBC48A}" type="pres">
      <dgm:prSet presAssocID="{155E54D9-9777-4A9F-9165-982B0FD2D152}" presName="parentText" presStyleLbl="node1" presStyleIdx="0" presStyleCnt="2">
        <dgm:presLayoutVars>
          <dgm:chMax val="0"/>
          <dgm:bulletEnabled val="1"/>
        </dgm:presLayoutVars>
      </dgm:prSet>
      <dgm:spPr/>
    </dgm:pt>
    <dgm:pt modelId="{6805F6E9-4DD1-40A5-A7F1-53DF4031AE3F}" type="pres">
      <dgm:prSet presAssocID="{155E54D9-9777-4A9F-9165-982B0FD2D152}" presName="negativeSpace" presStyleCnt="0"/>
      <dgm:spPr/>
    </dgm:pt>
    <dgm:pt modelId="{6D48A0E0-7E89-4CB2-B5E2-4CF2AF8780B4}" type="pres">
      <dgm:prSet presAssocID="{155E54D9-9777-4A9F-9165-982B0FD2D152}" presName="childText" presStyleLbl="conFgAcc1" presStyleIdx="0" presStyleCnt="2">
        <dgm:presLayoutVars>
          <dgm:bulletEnabled val="1"/>
        </dgm:presLayoutVars>
      </dgm:prSet>
      <dgm:spPr/>
    </dgm:pt>
    <dgm:pt modelId="{57143036-1BA8-40C9-AF23-AA0EF20623AA}" type="pres">
      <dgm:prSet presAssocID="{09C3BF1E-5295-45B9-8941-E4D1EB3379B7}" presName="spaceBetweenRectangles" presStyleCnt="0"/>
      <dgm:spPr/>
    </dgm:pt>
    <dgm:pt modelId="{4A4ABA71-15C3-46FA-9598-0F0D2DEE564D}" type="pres">
      <dgm:prSet presAssocID="{95B2905D-042B-43F8-8759-938367C670BA}" presName="parentLin" presStyleCnt="0"/>
      <dgm:spPr/>
    </dgm:pt>
    <dgm:pt modelId="{17544C11-B4C1-466E-8736-4E812462A862}" type="pres">
      <dgm:prSet presAssocID="{95B2905D-042B-43F8-8759-938367C670BA}" presName="parentLeftMargin" presStyleLbl="node1" presStyleIdx="0" presStyleCnt="2"/>
      <dgm:spPr/>
    </dgm:pt>
    <dgm:pt modelId="{6B24A8FD-6847-4A9B-BF4A-DCAC84E4F2CB}" type="pres">
      <dgm:prSet presAssocID="{95B2905D-042B-43F8-8759-938367C670BA}" presName="parentText" presStyleLbl="node1" presStyleIdx="1" presStyleCnt="2">
        <dgm:presLayoutVars>
          <dgm:chMax val="0"/>
          <dgm:bulletEnabled val="1"/>
        </dgm:presLayoutVars>
      </dgm:prSet>
      <dgm:spPr/>
    </dgm:pt>
    <dgm:pt modelId="{0F649C78-6604-4DE6-B025-6939199A1D10}" type="pres">
      <dgm:prSet presAssocID="{95B2905D-042B-43F8-8759-938367C670BA}" presName="negativeSpace" presStyleCnt="0"/>
      <dgm:spPr/>
    </dgm:pt>
    <dgm:pt modelId="{91EF81AB-8EC8-408F-BDC1-10F4A7EBBC93}" type="pres">
      <dgm:prSet presAssocID="{95B2905D-042B-43F8-8759-938367C670BA}" presName="childText" presStyleLbl="conFgAcc1" presStyleIdx="1" presStyleCnt="2">
        <dgm:presLayoutVars>
          <dgm:bulletEnabled val="1"/>
        </dgm:presLayoutVars>
      </dgm:prSet>
      <dgm:spPr/>
    </dgm:pt>
  </dgm:ptLst>
  <dgm:cxnLst>
    <dgm:cxn modelId="{528A9403-0E8B-481C-BEE2-8349FB4D83AF}" type="presOf" srcId="{95B2905D-042B-43F8-8759-938367C670BA}" destId="{17544C11-B4C1-466E-8736-4E812462A862}" srcOrd="0" destOrd="0" presId="urn:microsoft.com/office/officeart/2005/8/layout/list1"/>
    <dgm:cxn modelId="{21E9FE1D-81B6-4333-9C54-064D88635B7A}" srcId="{00C669F9-8EA9-401B-B78C-DEB187A7C36D}" destId="{95B2905D-042B-43F8-8759-938367C670BA}" srcOrd="1" destOrd="0" parTransId="{2557673C-9F98-4E75-B689-C0C6BAE8E0CD}" sibTransId="{211E6356-39C2-4DEE-B5B3-D9243C7979AF}"/>
    <dgm:cxn modelId="{3C1F5B60-4637-4E04-9476-BFBE3EE91417}" type="presOf" srcId="{155E54D9-9777-4A9F-9165-982B0FD2D152}" destId="{A727CBC2-DD38-415B-8750-D77A420C1F52}" srcOrd="0" destOrd="0" presId="urn:microsoft.com/office/officeart/2005/8/layout/list1"/>
    <dgm:cxn modelId="{34FE6F61-CD85-4DC9-8990-615D0880F4BB}" srcId="{00C669F9-8EA9-401B-B78C-DEB187A7C36D}" destId="{155E54D9-9777-4A9F-9165-982B0FD2D152}" srcOrd="0" destOrd="0" parTransId="{8D12A3F0-8675-41F1-983C-18F6DE3F1B12}" sibTransId="{09C3BF1E-5295-45B9-8941-E4D1EB3379B7}"/>
    <dgm:cxn modelId="{A9038D64-6DE8-4815-A489-621077AC7831}" type="presOf" srcId="{71EF8209-5792-495A-8CE6-DE42C07DE514}" destId="{91EF81AB-8EC8-408F-BDC1-10F4A7EBBC93}" srcOrd="0" destOrd="1" presId="urn:microsoft.com/office/officeart/2005/8/layout/list1"/>
    <dgm:cxn modelId="{7D82E38E-6FBE-47B5-A398-FCCFE6336875}" type="presOf" srcId="{00C669F9-8EA9-401B-B78C-DEB187A7C36D}" destId="{85A7D20E-9C15-4198-9EED-6FC95FE385E9}" srcOrd="0" destOrd="0" presId="urn:microsoft.com/office/officeart/2005/8/layout/list1"/>
    <dgm:cxn modelId="{B6103C96-938E-42ED-817E-A27A0A0C6EB8}" srcId="{95B2905D-042B-43F8-8759-938367C670BA}" destId="{71EF8209-5792-495A-8CE6-DE42C07DE514}" srcOrd="1" destOrd="0" parTransId="{B5DD3668-9392-4B92-A3E8-958A9CC0F518}" sibTransId="{85E32CDD-0827-4510-87F6-9E96931EE981}"/>
    <dgm:cxn modelId="{5686F0A1-B399-4C0E-BCDC-FFADA7E28D62}" type="presOf" srcId="{E21C819D-8671-4315-A3D1-7423DAE9E32D}" destId="{91EF81AB-8EC8-408F-BDC1-10F4A7EBBC93}" srcOrd="0" destOrd="0" presId="urn:microsoft.com/office/officeart/2005/8/layout/list1"/>
    <dgm:cxn modelId="{9C62B1A6-A5B4-4BEE-AA21-65C265B9927F}" srcId="{95B2905D-042B-43F8-8759-938367C670BA}" destId="{E21C819D-8671-4315-A3D1-7423DAE9E32D}" srcOrd="0" destOrd="0" parTransId="{C4EBD33B-0E72-4C8E-8173-B5157803FAF7}" sibTransId="{6CE1CB1D-F846-423C-B843-744077AD0E4E}"/>
    <dgm:cxn modelId="{F9028DAB-4A64-44D6-9DC0-74873146EFBE}" srcId="{95B2905D-042B-43F8-8759-938367C670BA}" destId="{B51884A5-9857-4838-ABC4-133E324EBE72}" srcOrd="2" destOrd="0" parTransId="{BB4E0C66-64A8-4CCC-ADCB-57F1516BE28F}" sibTransId="{7990E698-17F7-48E3-BD33-2BD555C94CC1}"/>
    <dgm:cxn modelId="{3F39AABF-6796-41B3-A183-239271B287E3}" type="presOf" srcId="{88AF9B61-9B5A-4324-82A3-4DCFAFA061C3}" destId="{91EF81AB-8EC8-408F-BDC1-10F4A7EBBC93}" srcOrd="0" destOrd="3" presId="urn:microsoft.com/office/officeart/2005/8/layout/list1"/>
    <dgm:cxn modelId="{0F2E30C9-0A16-4F8C-B7F1-22C94EF36D37}" type="presOf" srcId="{B51884A5-9857-4838-ABC4-133E324EBE72}" destId="{91EF81AB-8EC8-408F-BDC1-10F4A7EBBC93}" srcOrd="0" destOrd="2" presId="urn:microsoft.com/office/officeart/2005/8/layout/list1"/>
    <dgm:cxn modelId="{DB9F1CF2-AB18-415C-BCAB-73F48805FBF2}" type="presOf" srcId="{95B2905D-042B-43F8-8759-938367C670BA}" destId="{6B24A8FD-6847-4A9B-BF4A-DCAC84E4F2CB}" srcOrd="1" destOrd="0" presId="urn:microsoft.com/office/officeart/2005/8/layout/list1"/>
    <dgm:cxn modelId="{F748EDF6-31EB-4216-9126-378C6890C2EC}" srcId="{95B2905D-042B-43F8-8759-938367C670BA}" destId="{88AF9B61-9B5A-4324-82A3-4DCFAFA061C3}" srcOrd="3" destOrd="0" parTransId="{9C858ADA-E32A-4BF9-983F-8ED7C2290E74}" sibTransId="{501697CF-4268-442F-8609-B4672DC19B4B}"/>
    <dgm:cxn modelId="{4B0882FB-90C9-4E54-9ABC-492D1606927B}" type="presOf" srcId="{155E54D9-9777-4A9F-9165-982B0FD2D152}" destId="{3A8D3328-A0A0-43DC-A0B9-6DBE77DBC48A}" srcOrd="1" destOrd="0" presId="urn:microsoft.com/office/officeart/2005/8/layout/list1"/>
    <dgm:cxn modelId="{B77BF1D3-7E35-44AB-ADE5-6A00423CA7CD}" type="presParOf" srcId="{85A7D20E-9C15-4198-9EED-6FC95FE385E9}" destId="{29FDF586-1012-48AE-986D-25070B81A62E}" srcOrd="0" destOrd="0" presId="urn:microsoft.com/office/officeart/2005/8/layout/list1"/>
    <dgm:cxn modelId="{47812EED-6551-4102-B053-38AA39D4BFB0}" type="presParOf" srcId="{29FDF586-1012-48AE-986D-25070B81A62E}" destId="{A727CBC2-DD38-415B-8750-D77A420C1F52}" srcOrd="0" destOrd="0" presId="urn:microsoft.com/office/officeart/2005/8/layout/list1"/>
    <dgm:cxn modelId="{8628A756-C7D6-45CC-A347-8FB0210943B3}" type="presParOf" srcId="{29FDF586-1012-48AE-986D-25070B81A62E}" destId="{3A8D3328-A0A0-43DC-A0B9-6DBE77DBC48A}" srcOrd="1" destOrd="0" presId="urn:microsoft.com/office/officeart/2005/8/layout/list1"/>
    <dgm:cxn modelId="{41F80096-5DF7-4EED-AA92-2A4ADCA8FBC8}" type="presParOf" srcId="{85A7D20E-9C15-4198-9EED-6FC95FE385E9}" destId="{6805F6E9-4DD1-40A5-A7F1-53DF4031AE3F}" srcOrd="1" destOrd="0" presId="urn:microsoft.com/office/officeart/2005/8/layout/list1"/>
    <dgm:cxn modelId="{C0162002-E6E1-4902-8DBD-659E04604D6E}" type="presParOf" srcId="{85A7D20E-9C15-4198-9EED-6FC95FE385E9}" destId="{6D48A0E0-7E89-4CB2-B5E2-4CF2AF8780B4}" srcOrd="2" destOrd="0" presId="urn:microsoft.com/office/officeart/2005/8/layout/list1"/>
    <dgm:cxn modelId="{25310A46-4505-4130-874D-383CC4AF8371}" type="presParOf" srcId="{85A7D20E-9C15-4198-9EED-6FC95FE385E9}" destId="{57143036-1BA8-40C9-AF23-AA0EF20623AA}" srcOrd="3" destOrd="0" presId="urn:microsoft.com/office/officeart/2005/8/layout/list1"/>
    <dgm:cxn modelId="{3907AC1B-AFD5-477E-980B-25F4D92B026E}" type="presParOf" srcId="{85A7D20E-9C15-4198-9EED-6FC95FE385E9}" destId="{4A4ABA71-15C3-46FA-9598-0F0D2DEE564D}" srcOrd="4" destOrd="0" presId="urn:microsoft.com/office/officeart/2005/8/layout/list1"/>
    <dgm:cxn modelId="{F6EB2824-632C-4964-94CC-D7AFC9CC1B22}" type="presParOf" srcId="{4A4ABA71-15C3-46FA-9598-0F0D2DEE564D}" destId="{17544C11-B4C1-466E-8736-4E812462A862}" srcOrd="0" destOrd="0" presId="urn:microsoft.com/office/officeart/2005/8/layout/list1"/>
    <dgm:cxn modelId="{15A0C1BA-D46E-4A68-9232-97C2BFA17DE5}" type="presParOf" srcId="{4A4ABA71-15C3-46FA-9598-0F0D2DEE564D}" destId="{6B24A8FD-6847-4A9B-BF4A-DCAC84E4F2CB}" srcOrd="1" destOrd="0" presId="urn:microsoft.com/office/officeart/2005/8/layout/list1"/>
    <dgm:cxn modelId="{103C96F9-81D7-4379-981E-22EB1E48FA6C}" type="presParOf" srcId="{85A7D20E-9C15-4198-9EED-6FC95FE385E9}" destId="{0F649C78-6604-4DE6-B025-6939199A1D10}" srcOrd="5" destOrd="0" presId="urn:microsoft.com/office/officeart/2005/8/layout/list1"/>
    <dgm:cxn modelId="{D7322788-94B5-4FA7-8F11-C1E581E57E49}" type="presParOf" srcId="{85A7D20E-9C15-4198-9EED-6FC95FE385E9}" destId="{91EF81AB-8EC8-408F-BDC1-10F4A7EBBC93}"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2146617-4677-41D7-B8F9-CBCCC88BE579}"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9FD04C8E-0025-4A9C-A434-CC8D143ED529}">
      <dgm:prSet/>
      <dgm:spPr/>
      <dgm:t>
        <a:bodyPr/>
        <a:lstStyle/>
        <a:p>
          <a:pPr>
            <a:defRPr cap="all"/>
          </a:pPr>
          <a:r>
            <a:rPr lang="fr-FR" b="0" i="0" baseline="0"/>
            <a:t>Automatisez la facturation des cotisations et services </a:t>
          </a:r>
          <a:endParaRPr lang="en-US"/>
        </a:p>
      </dgm:t>
    </dgm:pt>
    <dgm:pt modelId="{0CE948B1-D565-4F23-AFFE-658839B2A211}" type="parTrans" cxnId="{B4D39714-D61F-4BAD-8B34-ABAF0A4BC1BB}">
      <dgm:prSet/>
      <dgm:spPr/>
      <dgm:t>
        <a:bodyPr/>
        <a:lstStyle/>
        <a:p>
          <a:endParaRPr lang="en-US"/>
        </a:p>
      </dgm:t>
    </dgm:pt>
    <dgm:pt modelId="{40E9568E-80BE-48FE-A464-B68D4D12E5EF}" type="sibTrans" cxnId="{B4D39714-D61F-4BAD-8B34-ABAF0A4BC1BB}">
      <dgm:prSet/>
      <dgm:spPr/>
      <dgm:t>
        <a:bodyPr/>
        <a:lstStyle/>
        <a:p>
          <a:endParaRPr lang="en-US"/>
        </a:p>
      </dgm:t>
    </dgm:pt>
    <dgm:pt modelId="{F6FF15F7-0CEB-42F4-BC2E-9F31E07D6702}">
      <dgm:prSet/>
      <dgm:spPr/>
      <dgm:t>
        <a:bodyPr/>
        <a:lstStyle/>
        <a:p>
          <a:pPr>
            <a:defRPr cap="all"/>
          </a:pPr>
          <a:r>
            <a:rPr lang="fr-FR" b="0" i="0" baseline="0"/>
            <a:t>Suivez tous vos revenus et dépenses en temps réel </a:t>
          </a:r>
          <a:endParaRPr lang="en-US"/>
        </a:p>
      </dgm:t>
    </dgm:pt>
    <dgm:pt modelId="{135E20F3-E81E-4390-AFF4-A0D85FB0D50F}" type="parTrans" cxnId="{923ED11A-0E9D-46C1-BA76-0602FD211064}">
      <dgm:prSet/>
      <dgm:spPr/>
      <dgm:t>
        <a:bodyPr/>
        <a:lstStyle/>
        <a:p>
          <a:endParaRPr lang="en-US"/>
        </a:p>
      </dgm:t>
    </dgm:pt>
    <dgm:pt modelId="{14D8D895-B522-42B9-B02C-98B31EC3D64F}" type="sibTrans" cxnId="{923ED11A-0E9D-46C1-BA76-0602FD211064}">
      <dgm:prSet/>
      <dgm:spPr/>
      <dgm:t>
        <a:bodyPr/>
        <a:lstStyle/>
        <a:p>
          <a:endParaRPr lang="en-US"/>
        </a:p>
      </dgm:t>
    </dgm:pt>
    <dgm:pt modelId="{3F2DA310-135E-472C-AFC5-4E7F9189FF08}">
      <dgm:prSet/>
      <dgm:spPr/>
      <dgm:t>
        <a:bodyPr/>
        <a:lstStyle/>
        <a:p>
          <a:pPr>
            <a:defRPr cap="all"/>
          </a:pPr>
          <a:r>
            <a:rPr lang="fr-FR" b="0" i="0" baseline="0"/>
            <a:t>Générez des rapports financiers détaillés en un clic </a:t>
          </a:r>
          <a:endParaRPr lang="en-US"/>
        </a:p>
      </dgm:t>
    </dgm:pt>
    <dgm:pt modelId="{CBF1C87F-16D1-4AB3-BBF9-234DD8DBA044}" type="parTrans" cxnId="{CC2AC801-B24D-469B-A85B-0770CF763D0E}">
      <dgm:prSet/>
      <dgm:spPr/>
      <dgm:t>
        <a:bodyPr/>
        <a:lstStyle/>
        <a:p>
          <a:endParaRPr lang="en-US"/>
        </a:p>
      </dgm:t>
    </dgm:pt>
    <dgm:pt modelId="{A3C780E1-C60F-4CF2-99B4-50E4C41833CA}" type="sibTrans" cxnId="{CC2AC801-B24D-469B-A85B-0770CF763D0E}">
      <dgm:prSet/>
      <dgm:spPr/>
      <dgm:t>
        <a:bodyPr/>
        <a:lstStyle/>
        <a:p>
          <a:endParaRPr lang="en-US"/>
        </a:p>
      </dgm:t>
    </dgm:pt>
    <dgm:pt modelId="{B6E2A418-B72A-4460-AC95-D17B4CED54F7}">
      <dgm:prSet/>
      <dgm:spPr/>
      <dgm:t>
        <a:bodyPr/>
        <a:lstStyle/>
        <a:p>
          <a:pPr>
            <a:defRPr cap="all"/>
          </a:pPr>
          <a:r>
            <a:rPr lang="fr-FR" b="0" i="0" baseline="0"/>
            <a:t>Préparez facilement vos documents comptables annuels </a:t>
          </a:r>
          <a:endParaRPr lang="en-US"/>
        </a:p>
      </dgm:t>
    </dgm:pt>
    <dgm:pt modelId="{87D49802-AB6F-475D-8385-310FA28B0BF2}" type="parTrans" cxnId="{FEC11F84-0510-4F3B-8D5D-9F48CD10F030}">
      <dgm:prSet/>
      <dgm:spPr/>
      <dgm:t>
        <a:bodyPr/>
        <a:lstStyle/>
        <a:p>
          <a:endParaRPr lang="en-US"/>
        </a:p>
      </dgm:t>
    </dgm:pt>
    <dgm:pt modelId="{635963CB-18E0-4C65-BE73-D20EF93F6C00}" type="sibTrans" cxnId="{FEC11F84-0510-4F3B-8D5D-9F48CD10F030}">
      <dgm:prSet/>
      <dgm:spPr/>
      <dgm:t>
        <a:bodyPr/>
        <a:lstStyle/>
        <a:p>
          <a:endParaRPr lang="en-US"/>
        </a:p>
      </dgm:t>
    </dgm:pt>
    <dgm:pt modelId="{C71F6065-8E00-4ED4-9126-EE0B0CC60825}">
      <dgm:prSet/>
      <dgm:spPr/>
      <dgm:t>
        <a:bodyPr/>
        <a:lstStyle/>
        <a:p>
          <a:pPr>
            <a:defRPr cap="all"/>
          </a:pPr>
          <a:r>
            <a:rPr lang="fr-FR" b="0" i="0" baseline="0"/>
            <a:t>Gérez plusieurs méthodes de paiement (espèces, chèques, CB, virement) </a:t>
          </a:r>
          <a:endParaRPr lang="en-US"/>
        </a:p>
      </dgm:t>
    </dgm:pt>
    <dgm:pt modelId="{7BAD89F5-FDC6-4124-8A1A-C733943132F0}" type="parTrans" cxnId="{7B9A8675-6AD8-4F86-B4DC-1CA994A5CA9E}">
      <dgm:prSet/>
      <dgm:spPr/>
      <dgm:t>
        <a:bodyPr/>
        <a:lstStyle/>
        <a:p>
          <a:endParaRPr lang="en-US"/>
        </a:p>
      </dgm:t>
    </dgm:pt>
    <dgm:pt modelId="{76E61E62-A343-43AE-8210-3C83AA120938}" type="sibTrans" cxnId="{7B9A8675-6AD8-4F86-B4DC-1CA994A5CA9E}">
      <dgm:prSet/>
      <dgm:spPr/>
      <dgm:t>
        <a:bodyPr/>
        <a:lstStyle/>
        <a:p>
          <a:endParaRPr lang="en-US"/>
        </a:p>
      </dgm:t>
    </dgm:pt>
    <dgm:pt modelId="{87C22D3D-AEB3-46BD-825B-28D03A7E927C}" type="pres">
      <dgm:prSet presAssocID="{42146617-4677-41D7-B8F9-CBCCC88BE579}" presName="root" presStyleCnt="0">
        <dgm:presLayoutVars>
          <dgm:dir/>
          <dgm:resizeHandles val="exact"/>
        </dgm:presLayoutVars>
      </dgm:prSet>
      <dgm:spPr/>
    </dgm:pt>
    <dgm:pt modelId="{95AB9F0E-BD3D-4300-A846-788B2C4E3F33}" type="pres">
      <dgm:prSet presAssocID="{9FD04C8E-0025-4A9C-A434-CC8D143ED529}" presName="compNode" presStyleCnt="0"/>
      <dgm:spPr/>
    </dgm:pt>
    <dgm:pt modelId="{61117A60-69A2-46ED-879F-704FCFA14CC6}" type="pres">
      <dgm:prSet presAssocID="{9FD04C8E-0025-4A9C-A434-CC8D143ED529}" presName="iconBgRect" presStyleLbl="bgShp" presStyleIdx="0" presStyleCnt="5"/>
      <dgm:spPr>
        <a:prstGeom prst="round2DiagRect">
          <a:avLst>
            <a:gd name="adj1" fmla="val 29727"/>
            <a:gd name="adj2" fmla="val 0"/>
          </a:avLst>
        </a:prstGeom>
      </dgm:spPr>
    </dgm:pt>
    <dgm:pt modelId="{1FECC3A3-2DC5-4D4E-AF11-B3D8BDD7366D}" type="pres">
      <dgm:prSet presAssocID="{9FD04C8E-0025-4A9C-A434-CC8D143ED52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gent"/>
        </a:ext>
      </dgm:extLst>
    </dgm:pt>
    <dgm:pt modelId="{E9729012-6DAB-4C7A-BD13-2B21CEC30629}" type="pres">
      <dgm:prSet presAssocID="{9FD04C8E-0025-4A9C-A434-CC8D143ED529}" presName="spaceRect" presStyleCnt="0"/>
      <dgm:spPr/>
    </dgm:pt>
    <dgm:pt modelId="{3C6A0C78-16AC-4D2D-B247-9BD04F7CD14B}" type="pres">
      <dgm:prSet presAssocID="{9FD04C8E-0025-4A9C-A434-CC8D143ED529}" presName="textRect" presStyleLbl="revTx" presStyleIdx="0" presStyleCnt="5">
        <dgm:presLayoutVars>
          <dgm:chMax val="1"/>
          <dgm:chPref val="1"/>
        </dgm:presLayoutVars>
      </dgm:prSet>
      <dgm:spPr/>
    </dgm:pt>
    <dgm:pt modelId="{52BB6AC3-1DF1-489D-812B-67192CC44A99}" type="pres">
      <dgm:prSet presAssocID="{40E9568E-80BE-48FE-A464-B68D4D12E5EF}" presName="sibTrans" presStyleCnt="0"/>
      <dgm:spPr/>
    </dgm:pt>
    <dgm:pt modelId="{0C89F6B3-8992-4226-B664-1F8744312702}" type="pres">
      <dgm:prSet presAssocID="{F6FF15F7-0CEB-42F4-BC2E-9F31E07D6702}" presName="compNode" presStyleCnt="0"/>
      <dgm:spPr/>
    </dgm:pt>
    <dgm:pt modelId="{69419379-24C6-4B16-B139-E245A93DC6E7}" type="pres">
      <dgm:prSet presAssocID="{F6FF15F7-0CEB-42F4-BC2E-9F31E07D6702}" presName="iconBgRect" presStyleLbl="bgShp" presStyleIdx="1" presStyleCnt="5"/>
      <dgm:spPr>
        <a:prstGeom prst="round2DiagRect">
          <a:avLst>
            <a:gd name="adj1" fmla="val 29727"/>
            <a:gd name="adj2" fmla="val 0"/>
          </a:avLst>
        </a:prstGeom>
      </dgm:spPr>
    </dgm:pt>
    <dgm:pt modelId="{A63497AA-9D44-4E1C-9DA3-5B76CF63EE3B}" type="pres">
      <dgm:prSet presAssocID="{F6FF15F7-0CEB-42F4-BC2E-9F31E07D6702}"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ièces"/>
        </a:ext>
      </dgm:extLst>
    </dgm:pt>
    <dgm:pt modelId="{46F9A3C5-F0D5-4970-A45B-17B21783C504}" type="pres">
      <dgm:prSet presAssocID="{F6FF15F7-0CEB-42F4-BC2E-9F31E07D6702}" presName="spaceRect" presStyleCnt="0"/>
      <dgm:spPr/>
    </dgm:pt>
    <dgm:pt modelId="{EF927BC1-83E1-4A5B-AF3D-98DFA260B946}" type="pres">
      <dgm:prSet presAssocID="{F6FF15F7-0CEB-42F4-BC2E-9F31E07D6702}" presName="textRect" presStyleLbl="revTx" presStyleIdx="1" presStyleCnt="5">
        <dgm:presLayoutVars>
          <dgm:chMax val="1"/>
          <dgm:chPref val="1"/>
        </dgm:presLayoutVars>
      </dgm:prSet>
      <dgm:spPr/>
    </dgm:pt>
    <dgm:pt modelId="{F384656F-62C6-4229-97B6-EB673E812886}" type="pres">
      <dgm:prSet presAssocID="{14D8D895-B522-42B9-B02C-98B31EC3D64F}" presName="sibTrans" presStyleCnt="0"/>
      <dgm:spPr/>
    </dgm:pt>
    <dgm:pt modelId="{C91C1B5B-0069-46FE-8AEF-FC13ACBCDEDC}" type="pres">
      <dgm:prSet presAssocID="{3F2DA310-135E-472C-AFC5-4E7F9189FF08}" presName="compNode" presStyleCnt="0"/>
      <dgm:spPr/>
    </dgm:pt>
    <dgm:pt modelId="{B3356E4B-39F6-4F4E-AB2C-E132E279647C}" type="pres">
      <dgm:prSet presAssocID="{3F2DA310-135E-472C-AFC5-4E7F9189FF08}" presName="iconBgRect" presStyleLbl="bgShp" presStyleIdx="2" presStyleCnt="5"/>
      <dgm:spPr>
        <a:prstGeom prst="round2DiagRect">
          <a:avLst>
            <a:gd name="adj1" fmla="val 29727"/>
            <a:gd name="adj2" fmla="val 0"/>
          </a:avLst>
        </a:prstGeom>
      </dgm:spPr>
    </dgm:pt>
    <dgm:pt modelId="{4E102E79-B0D6-4F69-9D08-01BCDFB2F512}" type="pres">
      <dgm:prSet presAssocID="{3F2DA310-135E-472C-AFC5-4E7F9189FF0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A817E665-93CD-4C71-8F13-86CAEB98E457}" type="pres">
      <dgm:prSet presAssocID="{3F2DA310-135E-472C-AFC5-4E7F9189FF08}" presName="spaceRect" presStyleCnt="0"/>
      <dgm:spPr/>
    </dgm:pt>
    <dgm:pt modelId="{EECBE6E9-5F97-458F-A039-CA275021A574}" type="pres">
      <dgm:prSet presAssocID="{3F2DA310-135E-472C-AFC5-4E7F9189FF08}" presName="textRect" presStyleLbl="revTx" presStyleIdx="2" presStyleCnt="5">
        <dgm:presLayoutVars>
          <dgm:chMax val="1"/>
          <dgm:chPref val="1"/>
        </dgm:presLayoutVars>
      </dgm:prSet>
      <dgm:spPr/>
    </dgm:pt>
    <dgm:pt modelId="{502D831D-1CEE-4088-B467-397CB8B33E81}" type="pres">
      <dgm:prSet presAssocID="{A3C780E1-C60F-4CF2-99B4-50E4C41833CA}" presName="sibTrans" presStyleCnt="0"/>
      <dgm:spPr/>
    </dgm:pt>
    <dgm:pt modelId="{EEE096A9-FEEE-4CCE-84C8-6ADA83209CBB}" type="pres">
      <dgm:prSet presAssocID="{B6E2A418-B72A-4460-AC95-D17B4CED54F7}" presName="compNode" presStyleCnt="0"/>
      <dgm:spPr/>
    </dgm:pt>
    <dgm:pt modelId="{9EEEF2DD-8751-4255-96A4-91E3314196B8}" type="pres">
      <dgm:prSet presAssocID="{B6E2A418-B72A-4460-AC95-D17B4CED54F7}" presName="iconBgRect" presStyleLbl="bgShp" presStyleIdx="3" presStyleCnt="5"/>
      <dgm:spPr>
        <a:prstGeom prst="round2DiagRect">
          <a:avLst>
            <a:gd name="adj1" fmla="val 29727"/>
            <a:gd name="adj2" fmla="val 0"/>
          </a:avLst>
        </a:prstGeom>
      </dgm:spPr>
    </dgm:pt>
    <dgm:pt modelId="{44C37345-AC33-4772-A21F-4DA88E64AF67}" type="pres">
      <dgm:prSet presAssocID="{B6E2A418-B72A-4460-AC95-D17B4CED54F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6E9E9FF0-29C2-4F46-B153-3F6C3C5236C8}" type="pres">
      <dgm:prSet presAssocID="{B6E2A418-B72A-4460-AC95-D17B4CED54F7}" presName="spaceRect" presStyleCnt="0"/>
      <dgm:spPr/>
    </dgm:pt>
    <dgm:pt modelId="{2E13162D-FB69-40E5-986A-CA13CA5377F7}" type="pres">
      <dgm:prSet presAssocID="{B6E2A418-B72A-4460-AC95-D17B4CED54F7}" presName="textRect" presStyleLbl="revTx" presStyleIdx="3" presStyleCnt="5">
        <dgm:presLayoutVars>
          <dgm:chMax val="1"/>
          <dgm:chPref val="1"/>
        </dgm:presLayoutVars>
      </dgm:prSet>
      <dgm:spPr/>
    </dgm:pt>
    <dgm:pt modelId="{14B1524A-1E90-4930-8D31-A82D2E4FBB94}" type="pres">
      <dgm:prSet presAssocID="{635963CB-18E0-4C65-BE73-D20EF93F6C00}" presName="sibTrans" presStyleCnt="0"/>
      <dgm:spPr/>
    </dgm:pt>
    <dgm:pt modelId="{450C4C94-3DC1-4154-900D-736EC2283072}" type="pres">
      <dgm:prSet presAssocID="{C71F6065-8E00-4ED4-9126-EE0B0CC60825}" presName="compNode" presStyleCnt="0"/>
      <dgm:spPr/>
    </dgm:pt>
    <dgm:pt modelId="{3AEDD2D3-D48D-4108-BAC2-01DD4D1CBCD2}" type="pres">
      <dgm:prSet presAssocID="{C71F6065-8E00-4ED4-9126-EE0B0CC60825}" presName="iconBgRect" presStyleLbl="bgShp" presStyleIdx="4" presStyleCnt="5"/>
      <dgm:spPr>
        <a:prstGeom prst="round2DiagRect">
          <a:avLst>
            <a:gd name="adj1" fmla="val 29727"/>
            <a:gd name="adj2" fmla="val 0"/>
          </a:avLst>
        </a:prstGeom>
      </dgm:spPr>
    </dgm:pt>
    <dgm:pt modelId="{E9FF0EFA-B896-47BE-ABDB-17ABCDBC90E7}" type="pres">
      <dgm:prSet presAssocID="{C71F6065-8E00-4ED4-9126-EE0B0CC60825}"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nk Check"/>
        </a:ext>
      </dgm:extLst>
    </dgm:pt>
    <dgm:pt modelId="{51A311DC-4B26-46B7-A445-DF50C0977EDD}" type="pres">
      <dgm:prSet presAssocID="{C71F6065-8E00-4ED4-9126-EE0B0CC60825}" presName="spaceRect" presStyleCnt="0"/>
      <dgm:spPr/>
    </dgm:pt>
    <dgm:pt modelId="{1E06E5BB-B177-47F5-BC2E-CCA6C695EFAA}" type="pres">
      <dgm:prSet presAssocID="{C71F6065-8E00-4ED4-9126-EE0B0CC60825}" presName="textRect" presStyleLbl="revTx" presStyleIdx="4" presStyleCnt="5">
        <dgm:presLayoutVars>
          <dgm:chMax val="1"/>
          <dgm:chPref val="1"/>
        </dgm:presLayoutVars>
      </dgm:prSet>
      <dgm:spPr/>
    </dgm:pt>
  </dgm:ptLst>
  <dgm:cxnLst>
    <dgm:cxn modelId="{CC2AC801-B24D-469B-A85B-0770CF763D0E}" srcId="{42146617-4677-41D7-B8F9-CBCCC88BE579}" destId="{3F2DA310-135E-472C-AFC5-4E7F9189FF08}" srcOrd="2" destOrd="0" parTransId="{CBF1C87F-16D1-4AB3-BBF9-234DD8DBA044}" sibTransId="{A3C780E1-C60F-4CF2-99B4-50E4C41833CA}"/>
    <dgm:cxn modelId="{6AC6AF07-5DCB-4BE4-A2A5-8025C61BEA2E}" type="presOf" srcId="{3F2DA310-135E-472C-AFC5-4E7F9189FF08}" destId="{EECBE6E9-5F97-458F-A039-CA275021A574}" srcOrd="0" destOrd="0" presId="urn:microsoft.com/office/officeart/2018/5/layout/IconLeafLabelList"/>
    <dgm:cxn modelId="{B4D39714-D61F-4BAD-8B34-ABAF0A4BC1BB}" srcId="{42146617-4677-41D7-B8F9-CBCCC88BE579}" destId="{9FD04C8E-0025-4A9C-A434-CC8D143ED529}" srcOrd="0" destOrd="0" parTransId="{0CE948B1-D565-4F23-AFFE-658839B2A211}" sibTransId="{40E9568E-80BE-48FE-A464-B68D4D12E5EF}"/>
    <dgm:cxn modelId="{923ED11A-0E9D-46C1-BA76-0602FD211064}" srcId="{42146617-4677-41D7-B8F9-CBCCC88BE579}" destId="{F6FF15F7-0CEB-42F4-BC2E-9F31E07D6702}" srcOrd="1" destOrd="0" parTransId="{135E20F3-E81E-4390-AFF4-A0D85FB0D50F}" sibTransId="{14D8D895-B522-42B9-B02C-98B31EC3D64F}"/>
    <dgm:cxn modelId="{EF16AC52-F504-4383-9753-1C30FF0271FA}" type="presOf" srcId="{C71F6065-8E00-4ED4-9126-EE0B0CC60825}" destId="{1E06E5BB-B177-47F5-BC2E-CCA6C695EFAA}" srcOrd="0" destOrd="0" presId="urn:microsoft.com/office/officeart/2018/5/layout/IconLeafLabelList"/>
    <dgm:cxn modelId="{7B9A8675-6AD8-4F86-B4DC-1CA994A5CA9E}" srcId="{42146617-4677-41D7-B8F9-CBCCC88BE579}" destId="{C71F6065-8E00-4ED4-9126-EE0B0CC60825}" srcOrd="4" destOrd="0" parTransId="{7BAD89F5-FDC6-4124-8A1A-C733943132F0}" sibTransId="{76E61E62-A343-43AE-8210-3C83AA120938}"/>
    <dgm:cxn modelId="{FEC11F84-0510-4F3B-8D5D-9F48CD10F030}" srcId="{42146617-4677-41D7-B8F9-CBCCC88BE579}" destId="{B6E2A418-B72A-4460-AC95-D17B4CED54F7}" srcOrd="3" destOrd="0" parTransId="{87D49802-AB6F-475D-8385-310FA28B0BF2}" sibTransId="{635963CB-18E0-4C65-BE73-D20EF93F6C00}"/>
    <dgm:cxn modelId="{09A4FE98-9FCF-41B6-8822-672A61DC2696}" type="presOf" srcId="{B6E2A418-B72A-4460-AC95-D17B4CED54F7}" destId="{2E13162D-FB69-40E5-986A-CA13CA5377F7}" srcOrd="0" destOrd="0" presId="urn:microsoft.com/office/officeart/2018/5/layout/IconLeafLabelList"/>
    <dgm:cxn modelId="{AC6E10BF-50F4-45E3-9F29-B7B694973BBF}" type="presOf" srcId="{42146617-4677-41D7-B8F9-CBCCC88BE579}" destId="{87C22D3D-AEB3-46BD-825B-28D03A7E927C}" srcOrd="0" destOrd="0" presId="urn:microsoft.com/office/officeart/2018/5/layout/IconLeafLabelList"/>
    <dgm:cxn modelId="{70D2DCE3-ED37-41ED-83E9-83CCAD0D1882}" type="presOf" srcId="{F6FF15F7-0CEB-42F4-BC2E-9F31E07D6702}" destId="{EF927BC1-83E1-4A5B-AF3D-98DFA260B946}" srcOrd="0" destOrd="0" presId="urn:microsoft.com/office/officeart/2018/5/layout/IconLeafLabelList"/>
    <dgm:cxn modelId="{2AA23CF6-D92A-413E-BB78-214C7841E09F}" type="presOf" srcId="{9FD04C8E-0025-4A9C-A434-CC8D143ED529}" destId="{3C6A0C78-16AC-4D2D-B247-9BD04F7CD14B}" srcOrd="0" destOrd="0" presId="urn:microsoft.com/office/officeart/2018/5/layout/IconLeafLabelList"/>
    <dgm:cxn modelId="{64826C4F-6C2E-4CB3-9B60-FE6189BE2F07}" type="presParOf" srcId="{87C22D3D-AEB3-46BD-825B-28D03A7E927C}" destId="{95AB9F0E-BD3D-4300-A846-788B2C4E3F33}" srcOrd="0" destOrd="0" presId="urn:microsoft.com/office/officeart/2018/5/layout/IconLeafLabelList"/>
    <dgm:cxn modelId="{E694F671-0DC4-4489-8CF5-464353BA36FC}" type="presParOf" srcId="{95AB9F0E-BD3D-4300-A846-788B2C4E3F33}" destId="{61117A60-69A2-46ED-879F-704FCFA14CC6}" srcOrd="0" destOrd="0" presId="urn:microsoft.com/office/officeart/2018/5/layout/IconLeafLabelList"/>
    <dgm:cxn modelId="{C3F423A0-EA77-4978-9439-2FE544D70064}" type="presParOf" srcId="{95AB9F0E-BD3D-4300-A846-788B2C4E3F33}" destId="{1FECC3A3-2DC5-4D4E-AF11-B3D8BDD7366D}" srcOrd="1" destOrd="0" presId="urn:microsoft.com/office/officeart/2018/5/layout/IconLeafLabelList"/>
    <dgm:cxn modelId="{13F12B51-048A-45E6-8641-8F758C84EFAD}" type="presParOf" srcId="{95AB9F0E-BD3D-4300-A846-788B2C4E3F33}" destId="{E9729012-6DAB-4C7A-BD13-2B21CEC30629}" srcOrd="2" destOrd="0" presId="urn:microsoft.com/office/officeart/2018/5/layout/IconLeafLabelList"/>
    <dgm:cxn modelId="{3102B42F-031B-498C-BAEE-984237BEAAED}" type="presParOf" srcId="{95AB9F0E-BD3D-4300-A846-788B2C4E3F33}" destId="{3C6A0C78-16AC-4D2D-B247-9BD04F7CD14B}" srcOrd="3" destOrd="0" presId="urn:microsoft.com/office/officeart/2018/5/layout/IconLeafLabelList"/>
    <dgm:cxn modelId="{3C4B4B4E-44D8-4F92-970F-C8E1E7BA20C4}" type="presParOf" srcId="{87C22D3D-AEB3-46BD-825B-28D03A7E927C}" destId="{52BB6AC3-1DF1-489D-812B-67192CC44A99}" srcOrd="1" destOrd="0" presId="urn:microsoft.com/office/officeart/2018/5/layout/IconLeafLabelList"/>
    <dgm:cxn modelId="{E38312A9-6436-4B77-9AA0-0A384CA12224}" type="presParOf" srcId="{87C22D3D-AEB3-46BD-825B-28D03A7E927C}" destId="{0C89F6B3-8992-4226-B664-1F8744312702}" srcOrd="2" destOrd="0" presId="urn:microsoft.com/office/officeart/2018/5/layout/IconLeafLabelList"/>
    <dgm:cxn modelId="{F9F282D4-0D42-4508-81FB-F7196FEA6147}" type="presParOf" srcId="{0C89F6B3-8992-4226-B664-1F8744312702}" destId="{69419379-24C6-4B16-B139-E245A93DC6E7}" srcOrd="0" destOrd="0" presId="urn:microsoft.com/office/officeart/2018/5/layout/IconLeafLabelList"/>
    <dgm:cxn modelId="{0DE5E973-A695-42E5-B577-43B32B52444A}" type="presParOf" srcId="{0C89F6B3-8992-4226-B664-1F8744312702}" destId="{A63497AA-9D44-4E1C-9DA3-5B76CF63EE3B}" srcOrd="1" destOrd="0" presId="urn:microsoft.com/office/officeart/2018/5/layout/IconLeafLabelList"/>
    <dgm:cxn modelId="{284A7CCE-8C4C-49B2-BC80-C0B79754BA29}" type="presParOf" srcId="{0C89F6B3-8992-4226-B664-1F8744312702}" destId="{46F9A3C5-F0D5-4970-A45B-17B21783C504}" srcOrd="2" destOrd="0" presId="urn:microsoft.com/office/officeart/2018/5/layout/IconLeafLabelList"/>
    <dgm:cxn modelId="{51D0AF43-FC58-46A1-AF93-B37E27C2E1B3}" type="presParOf" srcId="{0C89F6B3-8992-4226-B664-1F8744312702}" destId="{EF927BC1-83E1-4A5B-AF3D-98DFA260B946}" srcOrd="3" destOrd="0" presId="urn:microsoft.com/office/officeart/2018/5/layout/IconLeafLabelList"/>
    <dgm:cxn modelId="{6BA968B9-8F20-4372-A7F8-EA6D2C813CF9}" type="presParOf" srcId="{87C22D3D-AEB3-46BD-825B-28D03A7E927C}" destId="{F384656F-62C6-4229-97B6-EB673E812886}" srcOrd="3" destOrd="0" presId="urn:microsoft.com/office/officeart/2018/5/layout/IconLeafLabelList"/>
    <dgm:cxn modelId="{7682AAB9-CB9F-42F9-8E35-5CA65D0FD2EE}" type="presParOf" srcId="{87C22D3D-AEB3-46BD-825B-28D03A7E927C}" destId="{C91C1B5B-0069-46FE-8AEF-FC13ACBCDEDC}" srcOrd="4" destOrd="0" presId="urn:microsoft.com/office/officeart/2018/5/layout/IconLeafLabelList"/>
    <dgm:cxn modelId="{56565ED1-F6E0-4B62-B0C3-D92B2A08420A}" type="presParOf" srcId="{C91C1B5B-0069-46FE-8AEF-FC13ACBCDEDC}" destId="{B3356E4B-39F6-4F4E-AB2C-E132E279647C}" srcOrd="0" destOrd="0" presId="urn:microsoft.com/office/officeart/2018/5/layout/IconLeafLabelList"/>
    <dgm:cxn modelId="{11318C8A-C486-438F-B4D5-2CC57EA94C6B}" type="presParOf" srcId="{C91C1B5B-0069-46FE-8AEF-FC13ACBCDEDC}" destId="{4E102E79-B0D6-4F69-9D08-01BCDFB2F512}" srcOrd="1" destOrd="0" presId="urn:microsoft.com/office/officeart/2018/5/layout/IconLeafLabelList"/>
    <dgm:cxn modelId="{4590E5F7-2463-427E-A701-6CD992065841}" type="presParOf" srcId="{C91C1B5B-0069-46FE-8AEF-FC13ACBCDEDC}" destId="{A817E665-93CD-4C71-8F13-86CAEB98E457}" srcOrd="2" destOrd="0" presId="urn:microsoft.com/office/officeart/2018/5/layout/IconLeafLabelList"/>
    <dgm:cxn modelId="{6679B14B-2A72-4659-876D-BBEEBD2B3CBB}" type="presParOf" srcId="{C91C1B5B-0069-46FE-8AEF-FC13ACBCDEDC}" destId="{EECBE6E9-5F97-458F-A039-CA275021A574}" srcOrd="3" destOrd="0" presId="urn:microsoft.com/office/officeart/2018/5/layout/IconLeafLabelList"/>
    <dgm:cxn modelId="{825C0C86-14CA-4D5A-8AE8-7758CC3A84D9}" type="presParOf" srcId="{87C22D3D-AEB3-46BD-825B-28D03A7E927C}" destId="{502D831D-1CEE-4088-B467-397CB8B33E81}" srcOrd="5" destOrd="0" presId="urn:microsoft.com/office/officeart/2018/5/layout/IconLeafLabelList"/>
    <dgm:cxn modelId="{6935E492-7A0F-4F7D-B769-3B55FE80458A}" type="presParOf" srcId="{87C22D3D-AEB3-46BD-825B-28D03A7E927C}" destId="{EEE096A9-FEEE-4CCE-84C8-6ADA83209CBB}" srcOrd="6" destOrd="0" presId="urn:microsoft.com/office/officeart/2018/5/layout/IconLeafLabelList"/>
    <dgm:cxn modelId="{AFC8997C-B468-43B0-B713-4E71525DBC86}" type="presParOf" srcId="{EEE096A9-FEEE-4CCE-84C8-6ADA83209CBB}" destId="{9EEEF2DD-8751-4255-96A4-91E3314196B8}" srcOrd="0" destOrd="0" presId="urn:microsoft.com/office/officeart/2018/5/layout/IconLeafLabelList"/>
    <dgm:cxn modelId="{E3A8F534-6055-4C84-9A8E-397F098877A2}" type="presParOf" srcId="{EEE096A9-FEEE-4CCE-84C8-6ADA83209CBB}" destId="{44C37345-AC33-4772-A21F-4DA88E64AF67}" srcOrd="1" destOrd="0" presId="urn:microsoft.com/office/officeart/2018/5/layout/IconLeafLabelList"/>
    <dgm:cxn modelId="{E695488F-29A0-4BD0-B723-78F27628D6C7}" type="presParOf" srcId="{EEE096A9-FEEE-4CCE-84C8-6ADA83209CBB}" destId="{6E9E9FF0-29C2-4F46-B153-3F6C3C5236C8}" srcOrd="2" destOrd="0" presId="urn:microsoft.com/office/officeart/2018/5/layout/IconLeafLabelList"/>
    <dgm:cxn modelId="{003F881F-B960-4168-844C-64EC1227C3B2}" type="presParOf" srcId="{EEE096A9-FEEE-4CCE-84C8-6ADA83209CBB}" destId="{2E13162D-FB69-40E5-986A-CA13CA5377F7}" srcOrd="3" destOrd="0" presId="urn:microsoft.com/office/officeart/2018/5/layout/IconLeafLabelList"/>
    <dgm:cxn modelId="{7C500464-7BCC-4AA6-9323-ED7D267FF01B}" type="presParOf" srcId="{87C22D3D-AEB3-46BD-825B-28D03A7E927C}" destId="{14B1524A-1E90-4930-8D31-A82D2E4FBB94}" srcOrd="7" destOrd="0" presId="urn:microsoft.com/office/officeart/2018/5/layout/IconLeafLabelList"/>
    <dgm:cxn modelId="{2AA34B61-35CF-4733-A793-384F71B2AB3A}" type="presParOf" srcId="{87C22D3D-AEB3-46BD-825B-28D03A7E927C}" destId="{450C4C94-3DC1-4154-900D-736EC2283072}" srcOrd="8" destOrd="0" presId="urn:microsoft.com/office/officeart/2018/5/layout/IconLeafLabelList"/>
    <dgm:cxn modelId="{E3CA6BA5-0F7D-48BC-825A-8960FDE67591}" type="presParOf" srcId="{450C4C94-3DC1-4154-900D-736EC2283072}" destId="{3AEDD2D3-D48D-4108-BAC2-01DD4D1CBCD2}" srcOrd="0" destOrd="0" presId="urn:microsoft.com/office/officeart/2018/5/layout/IconLeafLabelList"/>
    <dgm:cxn modelId="{5D25D923-AEFB-49A2-A147-6C692361F9DD}" type="presParOf" srcId="{450C4C94-3DC1-4154-900D-736EC2283072}" destId="{E9FF0EFA-B896-47BE-ABDB-17ABCDBC90E7}" srcOrd="1" destOrd="0" presId="urn:microsoft.com/office/officeart/2018/5/layout/IconLeafLabelList"/>
    <dgm:cxn modelId="{42460DD1-627D-4EA7-A875-5309D2848E4A}" type="presParOf" srcId="{450C4C94-3DC1-4154-900D-736EC2283072}" destId="{51A311DC-4B26-46B7-A445-DF50C0977EDD}" srcOrd="2" destOrd="0" presId="urn:microsoft.com/office/officeart/2018/5/layout/IconLeafLabelList"/>
    <dgm:cxn modelId="{1652FB9A-B9FF-4533-9E4B-38D9ABA580F9}" type="presParOf" srcId="{450C4C94-3DC1-4154-900D-736EC2283072}" destId="{1E06E5BB-B177-47F5-BC2E-CCA6C695EFAA}"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6428DE-DDE2-4F8C-89B6-25BDB7860E75}"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5375150-DF70-4C4D-9C86-5B6943685E71}">
      <dgm:prSet/>
      <dgm:spPr/>
      <dgm:t>
        <a:bodyPr/>
        <a:lstStyle/>
        <a:p>
          <a:pPr>
            <a:defRPr cap="all"/>
          </a:pPr>
          <a:r>
            <a:rPr lang="fr-FR" b="0" i="0" baseline="0"/>
            <a:t>Vendez équipements, tenues et accessoires directement depuis l'application </a:t>
          </a:r>
          <a:endParaRPr lang="en-US"/>
        </a:p>
      </dgm:t>
    </dgm:pt>
    <dgm:pt modelId="{E8B02736-2353-41C9-BA3C-A1230DF295B2}" type="parTrans" cxnId="{DF66FC3E-8BA3-460E-B02B-9AB8FD445E46}">
      <dgm:prSet/>
      <dgm:spPr/>
      <dgm:t>
        <a:bodyPr/>
        <a:lstStyle/>
        <a:p>
          <a:endParaRPr lang="en-US"/>
        </a:p>
      </dgm:t>
    </dgm:pt>
    <dgm:pt modelId="{F74D3B94-4C74-4FDB-843B-D01AB91C0A10}" type="sibTrans" cxnId="{DF66FC3E-8BA3-460E-B02B-9AB8FD445E46}">
      <dgm:prSet/>
      <dgm:spPr/>
      <dgm:t>
        <a:bodyPr/>
        <a:lstStyle/>
        <a:p>
          <a:endParaRPr lang="en-US"/>
        </a:p>
      </dgm:t>
    </dgm:pt>
    <dgm:pt modelId="{F4A6508B-D0B0-487D-A4F6-ACF3BE96CE77}">
      <dgm:prSet/>
      <dgm:spPr/>
      <dgm:t>
        <a:bodyPr/>
        <a:lstStyle/>
        <a:p>
          <a:pPr>
            <a:defRPr cap="all"/>
          </a:pPr>
          <a:r>
            <a:rPr lang="fr-FR" b="0" i="0" baseline="0"/>
            <a:t>Gérez votre inventaire et recevez des alertes de stock bas </a:t>
          </a:r>
          <a:endParaRPr lang="en-US"/>
        </a:p>
      </dgm:t>
    </dgm:pt>
    <dgm:pt modelId="{60D316E7-476D-4C15-9869-FF0535794A01}" type="parTrans" cxnId="{4FDD33E6-F802-4B21-8AB3-F35AF0F98027}">
      <dgm:prSet/>
      <dgm:spPr/>
      <dgm:t>
        <a:bodyPr/>
        <a:lstStyle/>
        <a:p>
          <a:endParaRPr lang="en-US"/>
        </a:p>
      </dgm:t>
    </dgm:pt>
    <dgm:pt modelId="{C91B52DD-F8DE-4419-B86A-34E2C7BA7A6D}" type="sibTrans" cxnId="{4FDD33E6-F802-4B21-8AB3-F35AF0F98027}">
      <dgm:prSet/>
      <dgm:spPr/>
      <dgm:t>
        <a:bodyPr/>
        <a:lstStyle/>
        <a:p>
          <a:endParaRPr lang="en-US"/>
        </a:p>
      </dgm:t>
    </dgm:pt>
    <dgm:pt modelId="{39ABC486-F602-4128-8B95-10E0407F3503}">
      <dgm:prSet/>
      <dgm:spPr/>
      <dgm:t>
        <a:bodyPr/>
        <a:lstStyle/>
        <a:p>
          <a:pPr>
            <a:defRPr cap="all"/>
          </a:pPr>
          <a:r>
            <a:rPr lang="fr-FR" b="0" i="0" baseline="0"/>
            <a:t>Offrez des réductions spéciales à vos membres </a:t>
          </a:r>
          <a:endParaRPr lang="en-US"/>
        </a:p>
      </dgm:t>
    </dgm:pt>
    <dgm:pt modelId="{405896AC-7C19-4B6F-93B3-1BC0DCE9A6E7}" type="parTrans" cxnId="{A5D21D04-E612-4198-A298-0C34B868A32A}">
      <dgm:prSet/>
      <dgm:spPr/>
      <dgm:t>
        <a:bodyPr/>
        <a:lstStyle/>
        <a:p>
          <a:endParaRPr lang="en-US"/>
        </a:p>
      </dgm:t>
    </dgm:pt>
    <dgm:pt modelId="{800B5508-D41B-48BE-BF2E-36B674BA6817}" type="sibTrans" cxnId="{A5D21D04-E612-4198-A298-0C34B868A32A}">
      <dgm:prSet/>
      <dgm:spPr/>
      <dgm:t>
        <a:bodyPr/>
        <a:lstStyle/>
        <a:p>
          <a:endParaRPr lang="en-US"/>
        </a:p>
      </dgm:t>
    </dgm:pt>
    <dgm:pt modelId="{8F47232E-B396-4201-AD06-A30904C239DD}">
      <dgm:prSet/>
      <dgm:spPr/>
      <dgm:t>
        <a:bodyPr/>
        <a:lstStyle/>
        <a:p>
          <a:pPr>
            <a:defRPr cap="all"/>
          </a:pPr>
          <a:r>
            <a:rPr lang="fr-FR" b="0" i="0" baseline="0"/>
            <a:t>Suivez les commandes et livraisons depuis une interface unique </a:t>
          </a:r>
          <a:endParaRPr lang="en-US"/>
        </a:p>
      </dgm:t>
    </dgm:pt>
    <dgm:pt modelId="{B10F1607-AA31-4808-B746-A6D343A3B87A}" type="parTrans" cxnId="{917922E8-95DD-45B5-8E8E-46AC0C57BF0B}">
      <dgm:prSet/>
      <dgm:spPr/>
      <dgm:t>
        <a:bodyPr/>
        <a:lstStyle/>
        <a:p>
          <a:endParaRPr lang="en-US"/>
        </a:p>
      </dgm:t>
    </dgm:pt>
    <dgm:pt modelId="{3C62C78F-6007-4A5F-9D0F-C3A7E4943D08}" type="sibTrans" cxnId="{917922E8-95DD-45B5-8E8E-46AC0C57BF0B}">
      <dgm:prSet/>
      <dgm:spPr/>
      <dgm:t>
        <a:bodyPr/>
        <a:lstStyle/>
        <a:p>
          <a:endParaRPr lang="en-US"/>
        </a:p>
      </dgm:t>
    </dgm:pt>
    <dgm:pt modelId="{34316265-EA66-4AAD-8F69-B6C3BA67AF3C}">
      <dgm:prSet/>
      <dgm:spPr/>
      <dgm:t>
        <a:bodyPr/>
        <a:lstStyle/>
        <a:p>
          <a:pPr>
            <a:defRPr cap="all"/>
          </a:pPr>
          <a:r>
            <a:rPr lang="fr-FR" b="0" i="0" baseline="0"/>
            <a:t>Générez des revenus complémentaires pour votre club </a:t>
          </a:r>
          <a:endParaRPr lang="en-US"/>
        </a:p>
      </dgm:t>
    </dgm:pt>
    <dgm:pt modelId="{C71B6C5A-879B-4361-8B73-850EE0BD37EC}" type="parTrans" cxnId="{BBE1FD68-E838-49B8-8639-19046895FBA7}">
      <dgm:prSet/>
      <dgm:spPr/>
      <dgm:t>
        <a:bodyPr/>
        <a:lstStyle/>
        <a:p>
          <a:endParaRPr lang="en-US"/>
        </a:p>
      </dgm:t>
    </dgm:pt>
    <dgm:pt modelId="{3B474BFE-88D5-4D76-B6DD-62B75E4CD7E0}" type="sibTrans" cxnId="{BBE1FD68-E838-49B8-8639-19046895FBA7}">
      <dgm:prSet/>
      <dgm:spPr/>
      <dgm:t>
        <a:bodyPr/>
        <a:lstStyle/>
        <a:p>
          <a:endParaRPr lang="en-US"/>
        </a:p>
      </dgm:t>
    </dgm:pt>
    <dgm:pt modelId="{ABD43724-2E1F-43AC-BE73-604292D4F25A}" type="pres">
      <dgm:prSet presAssocID="{136428DE-DDE2-4F8C-89B6-25BDB7860E75}" presName="root" presStyleCnt="0">
        <dgm:presLayoutVars>
          <dgm:dir/>
          <dgm:resizeHandles val="exact"/>
        </dgm:presLayoutVars>
      </dgm:prSet>
      <dgm:spPr/>
    </dgm:pt>
    <dgm:pt modelId="{84D08F88-F7B3-4337-A70E-D32C261770F4}" type="pres">
      <dgm:prSet presAssocID="{D5375150-DF70-4C4D-9C86-5B6943685E71}" presName="compNode" presStyleCnt="0"/>
      <dgm:spPr/>
    </dgm:pt>
    <dgm:pt modelId="{F6FCFEA9-45F1-4AA2-AAB3-AC5CF82293A0}" type="pres">
      <dgm:prSet presAssocID="{D5375150-DF70-4C4D-9C86-5B6943685E71}" presName="iconBgRect" presStyleLbl="bgShp" presStyleIdx="0" presStyleCnt="5"/>
      <dgm:spPr>
        <a:prstGeom prst="round2DiagRect">
          <a:avLst>
            <a:gd name="adj1" fmla="val 29727"/>
            <a:gd name="adj2" fmla="val 0"/>
          </a:avLst>
        </a:prstGeom>
      </dgm:spPr>
    </dgm:pt>
    <dgm:pt modelId="{A8B23E9F-1142-4800-9DCC-AED7CFBEF752}" type="pres">
      <dgm:prSet presAssocID="{D5375150-DF70-4C4D-9C86-5B6943685E7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stume"/>
        </a:ext>
      </dgm:extLst>
    </dgm:pt>
    <dgm:pt modelId="{66F4BB09-7D5A-4414-A141-B01882CB59E9}" type="pres">
      <dgm:prSet presAssocID="{D5375150-DF70-4C4D-9C86-5B6943685E71}" presName="spaceRect" presStyleCnt="0"/>
      <dgm:spPr/>
    </dgm:pt>
    <dgm:pt modelId="{69248428-D2AA-4C7B-B82B-483ED09B94DF}" type="pres">
      <dgm:prSet presAssocID="{D5375150-DF70-4C4D-9C86-5B6943685E71}" presName="textRect" presStyleLbl="revTx" presStyleIdx="0" presStyleCnt="5">
        <dgm:presLayoutVars>
          <dgm:chMax val="1"/>
          <dgm:chPref val="1"/>
        </dgm:presLayoutVars>
      </dgm:prSet>
      <dgm:spPr/>
    </dgm:pt>
    <dgm:pt modelId="{341E5BCD-8439-4EB2-A43A-F31A36F32F96}" type="pres">
      <dgm:prSet presAssocID="{F74D3B94-4C74-4FDB-843B-D01AB91C0A10}" presName="sibTrans" presStyleCnt="0"/>
      <dgm:spPr/>
    </dgm:pt>
    <dgm:pt modelId="{892C46E7-99FE-405F-B0B5-FECA1C532E76}" type="pres">
      <dgm:prSet presAssocID="{F4A6508B-D0B0-487D-A4F6-ACF3BE96CE77}" presName="compNode" presStyleCnt="0"/>
      <dgm:spPr/>
    </dgm:pt>
    <dgm:pt modelId="{065F2F7C-2EEA-4740-8C5F-68913AF597C7}" type="pres">
      <dgm:prSet presAssocID="{F4A6508B-D0B0-487D-A4F6-ACF3BE96CE77}" presName="iconBgRect" presStyleLbl="bgShp" presStyleIdx="1" presStyleCnt="5"/>
      <dgm:spPr>
        <a:prstGeom prst="round2DiagRect">
          <a:avLst>
            <a:gd name="adj1" fmla="val 29727"/>
            <a:gd name="adj2" fmla="val 0"/>
          </a:avLst>
        </a:prstGeom>
      </dgm:spPr>
    </dgm:pt>
    <dgm:pt modelId="{D5D4EB7D-119D-4EFF-AC56-1D3DBFBE5A5A}" type="pres">
      <dgm:prSet presAssocID="{F4A6508B-D0B0-487D-A4F6-ACF3BE96CE7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vertissement"/>
        </a:ext>
      </dgm:extLst>
    </dgm:pt>
    <dgm:pt modelId="{D0174A6C-0295-4455-966F-B90B2BC6A43F}" type="pres">
      <dgm:prSet presAssocID="{F4A6508B-D0B0-487D-A4F6-ACF3BE96CE77}" presName="spaceRect" presStyleCnt="0"/>
      <dgm:spPr/>
    </dgm:pt>
    <dgm:pt modelId="{A7EB74E5-2BA8-46B9-8635-5E8CCF901242}" type="pres">
      <dgm:prSet presAssocID="{F4A6508B-D0B0-487D-A4F6-ACF3BE96CE77}" presName="textRect" presStyleLbl="revTx" presStyleIdx="1" presStyleCnt="5">
        <dgm:presLayoutVars>
          <dgm:chMax val="1"/>
          <dgm:chPref val="1"/>
        </dgm:presLayoutVars>
      </dgm:prSet>
      <dgm:spPr/>
    </dgm:pt>
    <dgm:pt modelId="{034F30AF-E2B5-4379-BD73-BCAEAF425986}" type="pres">
      <dgm:prSet presAssocID="{C91B52DD-F8DE-4419-B86A-34E2C7BA7A6D}" presName="sibTrans" presStyleCnt="0"/>
      <dgm:spPr/>
    </dgm:pt>
    <dgm:pt modelId="{3D0ECC56-E5AF-4B22-B37F-91EBADCE1F7A}" type="pres">
      <dgm:prSet presAssocID="{39ABC486-F602-4128-8B95-10E0407F3503}" presName="compNode" presStyleCnt="0"/>
      <dgm:spPr/>
    </dgm:pt>
    <dgm:pt modelId="{9DB5649E-1D2B-4A7A-A62A-073EE55A5622}" type="pres">
      <dgm:prSet presAssocID="{39ABC486-F602-4128-8B95-10E0407F3503}" presName="iconBgRect" presStyleLbl="bgShp" presStyleIdx="2" presStyleCnt="5"/>
      <dgm:spPr>
        <a:prstGeom prst="round2DiagRect">
          <a:avLst>
            <a:gd name="adj1" fmla="val 29727"/>
            <a:gd name="adj2" fmla="val 0"/>
          </a:avLst>
        </a:prstGeom>
      </dgm:spPr>
    </dgm:pt>
    <dgm:pt modelId="{3AC438EB-770C-422E-AE81-32AA120F0DBC}" type="pres">
      <dgm:prSet presAssocID="{39ABC486-F602-4128-8B95-10E0407F350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che"/>
        </a:ext>
      </dgm:extLst>
    </dgm:pt>
    <dgm:pt modelId="{ED24E78C-FFA9-4599-B0DD-2808CED240BB}" type="pres">
      <dgm:prSet presAssocID="{39ABC486-F602-4128-8B95-10E0407F3503}" presName="spaceRect" presStyleCnt="0"/>
      <dgm:spPr/>
    </dgm:pt>
    <dgm:pt modelId="{207B37DC-8726-46A6-AAD4-538FE4D263D4}" type="pres">
      <dgm:prSet presAssocID="{39ABC486-F602-4128-8B95-10E0407F3503}" presName="textRect" presStyleLbl="revTx" presStyleIdx="2" presStyleCnt="5">
        <dgm:presLayoutVars>
          <dgm:chMax val="1"/>
          <dgm:chPref val="1"/>
        </dgm:presLayoutVars>
      </dgm:prSet>
      <dgm:spPr/>
    </dgm:pt>
    <dgm:pt modelId="{7C9D9BAE-8D07-4051-9503-39FE40EF89DF}" type="pres">
      <dgm:prSet presAssocID="{800B5508-D41B-48BE-BF2E-36B674BA6817}" presName="sibTrans" presStyleCnt="0"/>
      <dgm:spPr/>
    </dgm:pt>
    <dgm:pt modelId="{FE8DD36F-8CEB-469D-8923-3EFBEB910E07}" type="pres">
      <dgm:prSet presAssocID="{8F47232E-B396-4201-AD06-A30904C239DD}" presName="compNode" presStyleCnt="0"/>
      <dgm:spPr/>
    </dgm:pt>
    <dgm:pt modelId="{E4792426-AC02-4F54-AA79-014227A35DC8}" type="pres">
      <dgm:prSet presAssocID="{8F47232E-B396-4201-AD06-A30904C239DD}" presName="iconBgRect" presStyleLbl="bgShp" presStyleIdx="3" presStyleCnt="5"/>
      <dgm:spPr>
        <a:prstGeom prst="round2DiagRect">
          <a:avLst>
            <a:gd name="adj1" fmla="val 29727"/>
            <a:gd name="adj2" fmla="val 0"/>
          </a:avLst>
        </a:prstGeom>
      </dgm:spPr>
    </dgm:pt>
    <dgm:pt modelId="{076E2AFB-023D-4EDB-87FB-DDBFB2279131}" type="pres">
      <dgm:prSet presAssocID="{8F47232E-B396-4201-AD06-A30904C239D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mion"/>
        </a:ext>
      </dgm:extLst>
    </dgm:pt>
    <dgm:pt modelId="{04FB42CD-05D5-4100-9724-74330F867BB3}" type="pres">
      <dgm:prSet presAssocID="{8F47232E-B396-4201-AD06-A30904C239DD}" presName="spaceRect" presStyleCnt="0"/>
      <dgm:spPr/>
    </dgm:pt>
    <dgm:pt modelId="{8B3478D4-47A9-4C95-AD12-60C54CEEA136}" type="pres">
      <dgm:prSet presAssocID="{8F47232E-B396-4201-AD06-A30904C239DD}" presName="textRect" presStyleLbl="revTx" presStyleIdx="3" presStyleCnt="5">
        <dgm:presLayoutVars>
          <dgm:chMax val="1"/>
          <dgm:chPref val="1"/>
        </dgm:presLayoutVars>
      </dgm:prSet>
      <dgm:spPr/>
    </dgm:pt>
    <dgm:pt modelId="{AEC04D13-AD20-448D-8443-7A3BB5B9646A}" type="pres">
      <dgm:prSet presAssocID="{3C62C78F-6007-4A5F-9D0F-C3A7E4943D08}" presName="sibTrans" presStyleCnt="0"/>
      <dgm:spPr/>
    </dgm:pt>
    <dgm:pt modelId="{D4E398F9-9D1E-43C9-AC44-A956CF3D1BDA}" type="pres">
      <dgm:prSet presAssocID="{34316265-EA66-4AAD-8F69-B6C3BA67AF3C}" presName="compNode" presStyleCnt="0"/>
      <dgm:spPr/>
    </dgm:pt>
    <dgm:pt modelId="{5D892AFC-6EEC-4A18-8D92-0F4EBB084BCD}" type="pres">
      <dgm:prSet presAssocID="{34316265-EA66-4AAD-8F69-B6C3BA67AF3C}" presName="iconBgRect" presStyleLbl="bgShp" presStyleIdx="4" presStyleCnt="5"/>
      <dgm:spPr>
        <a:prstGeom prst="round2DiagRect">
          <a:avLst>
            <a:gd name="adj1" fmla="val 29727"/>
            <a:gd name="adj2" fmla="val 0"/>
          </a:avLst>
        </a:prstGeom>
      </dgm:spPr>
    </dgm:pt>
    <dgm:pt modelId="{05AB34C3-B6B9-4000-8965-097E53D5E2F7}" type="pres">
      <dgm:prSet presAssocID="{34316265-EA66-4AAD-8F69-B6C3BA67AF3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rgent"/>
        </a:ext>
      </dgm:extLst>
    </dgm:pt>
    <dgm:pt modelId="{DC47EBA4-72FE-449C-B433-5F84835D3A74}" type="pres">
      <dgm:prSet presAssocID="{34316265-EA66-4AAD-8F69-B6C3BA67AF3C}" presName="spaceRect" presStyleCnt="0"/>
      <dgm:spPr/>
    </dgm:pt>
    <dgm:pt modelId="{0D47A92D-7BDC-4185-967F-0B1881180103}" type="pres">
      <dgm:prSet presAssocID="{34316265-EA66-4AAD-8F69-B6C3BA67AF3C}" presName="textRect" presStyleLbl="revTx" presStyleIdx="4" presStyleCnt="5">
        <dgm:presLayoutVars>
          <dgm:chMax val="1"/>
          <dgm:chPref val="1"/>
        </dgm:presLayoutVars>
      </dgm:prSet>
      <dgm:spPr/>
    </dgm:pt>
  </dgm:ptLst>
  <dgm:cxnLst>
    <dgm:cxn modelId="{A5D21D04-E612-4198-A298-0C34B868A32A}" srcId="{136428DE-DDE2-4F8C-89B6-25BDB7860E75}" destId="{39ABC486-F602-4128-8B95-10E0407F3503}" srcOrd="2" destOrd="0" parTransId="{405896AC-7C19-4B6F-93B3-1BC0DCE9A6E7}" sibTransId="{800B5508-D41B-48BE-BF2E-36B674BA6817}"/>
    <dgm:cxn modelId="{DF66FC3E-8BA3-460E-B02B-9AB8FD445E46}" srcId="{136428DE-DDE2-4F8C-89B6-25BDB7860E75}" destId="{D5375150-DF70-4C4D-9C86-5B6943685E71}" srcOrd="0" destOrd="0" parTransId="{E8B02736-2353-41C9-BA3C-A1230DF295B2}" sibTransId="{F74D3B94-4C74-4FDB-843B-D01AB91C0A10}"/>
    <dgm:cxn modelId="{BBE1FD68-E838-49B8-8639-19046895FBA7}" srcId="{136428DE-DDE2-4F8C-89B6-25BDB7860E75}" destId="{34316265-EA66-4AAD-8F69-B6C3BA67AF3C}" srcOrd="4" destOrd="0" parTransId="{C71B6C5A-879B-4361-8B73-850EE0BD37EC}" sibTransId="{3B474BFE-88D5-4D76-B6DD-62B75E4CD7E0}"/>
    <dgm:cxn modelId="{1F6F3572-4496-44A9-8FDF-76A5DF6E6627}" type="presOf" srcId="{136428DE-DDE2-4F8C-89B6-25BDB7860E75}" destId="{ABD43724-2E1F-43AC-BE73-604292D4F25A}" srcOrd="0" destOrd="0" presId="urn:microsoft.com/office/officeart/2018/5/layout/IconLeafLabelList"/>
    <dgm:cxn modelId="{9574AF57-9D98-47B3-B0CB-E09917932710}" type="presOf" srcId="{D5375150-DF70-4C4D-9C86-5B6943685E71}" destId="{69248428-D2AA-4C7B-B82B-483ED09B94DF}" srcOrd="0" destOrd="0" presId="urn:microsoft.com/office/officeart/2018/5/layout/IconLeafLabelList"/>
    <dgm:cxn modelId="{0B112E7B-62C2-4494-ACE5-639BF44F7EEF}" type="presOf" srcId="{F4A6508B-D0B0-487D-A4F6-ACF3BE96CE77}" destId="{A7EB74E5-2BA8-46B9-8635-5E8CCF901242}" srcOrd="0" destOrd="0" presId="urn:microsoft.com/office/officeart/2018/5/layout/IconLeafLabelList"/>
    <dgm:cxn modelId="{D48EA692-229B-49F9-BAC1-865BAEE68DD9}" type="presOf" srcId="{39ABC486-F602-4128-8B95-10E0407F3503}" destId="{207B37DC-8726-46A6-AAD4-538FE4D263D4}" srcOrd="0" destOrd="0" presId="urn:microsoft.com/office/officeart/2018/5/layout/IconLeafLabelList"/>
    <dgm:cxn modelId="{7CE2209E-EDB5-49F8-9C43-D85305695CB5}" type="presOf" srcId="{8F47232E-B396-4201-AD06-A30904C239DD}" destId="{8B3478D4-47A9-4C95-AD12-60C54CEEA136}" srcOrd="0" destOrd="0" presId="urn:microsoft.com/office/officeart/2018/5/layout/IconLeafLabelList"/>
    <dgm:cxn modelId="{5415A7D4-89D8-4B73-8447-A0F8FCF4F792}" type="presOf" srcId="{34316265-EA66-4AAD-8F69-B6C3BA67AF3C}" destId="{0D47A92D-7BDC-4185-967F-0B1881180103}" srcOrd="0" destOrd="0" presId="urn:microsoft.com/office/officeart/2018/5/layout/IconLeafLabelList"/>
    <dgm:cxn modelId="{4FDD33E6-F802-4B21-8AB3-F35AF0F98027}" srcId="{136428DE-DDE2-4F8C-89B6-25BDB7860E75}" destId="{F4A6508B-D0B0-487D-A4F6-ACF3BE96CE77}" srcOrd="1" destOrd="0" parTransId="{60D316E7-476D-4C15-9869-FF0535794A01}" sibTransId="{C91B52DD-F8DE-4419-B86A-34E2C7BA7A6D}"/>
    <dgm:cxn modelId="{917922E8-95DD-45B5-8E8E-46AC0C57BF0B}" srcId="{136428DE-DDE2-4F8C-89B6-25BDB7860E75}" destId="{8F47232E-B396-4201-AD06-A30904C239DD}" srcOrd="3" destOrd="0" parTransId="{B10F1607-AA31-4808-B746-A6D343A3B87A}" sibTransId="{3C62C78F-6007-4A5F-9D0F-C3A7E4943D08}"/>
    <dgm:cxn modelId="{588A9AAD-FD30-44A6-822E-967728520DBF}" type="presParOf" srcId="{ABD43724-2E1F-43AC-BE73-604292D4F25A}" destId="{84D08F88-F7B3-4337-A70E-D32C261770F4}" srcOrd="0" destOrd="0" presId="urn:microsoft.com/office/officeart/2018/5/layout/IconLeafLabelList"/>
    <dgm:cxn modelId="{F0F44879-2BBE-4A3C-BD9C-DF0A0916C22E}" type="presParOf" srcId="{84D08F88-F7B3-4337-A70E-D32C261770F4}" destId="{F6FCFEA9-45F1-4AA2-AAB3-AC5CF82293A0}" srcOrd="0" destOrd="0" presId="urn:microsoft.com/office/officeart/2018/5/layout/IconLeafLabelList"/>
    <dgm:cxn modelId="{91B50F23-35BD-4A35-9A78-11DB4096F062}" type="presParOf" srcId="{84D08F88-F7B3-4337-A70E-D32C261770F4}" destId="{A8B23E9F-1142-4800-9DCC-AED7CFBEF752}" srcOrd="1" destOrd="0" presId="urn:microsoft.com/office/officeart/2018/5/layout/IconLeafLabelList"/>
    <dgm:cxn modelId="{4F214983-8E28-4EDE-B0CF-0E5948014A49}" type="presParOf" srcId="{84D08F88-F7B3-4337-A70E-D32C261770F4}" destId="{66F4BB09-7D5A-4414-A141-B01882CB59E9}" srcOrd="2" destOrd="0" presId="urn:microsoft.com/office/officeart/2018/5/layout/IconLeafLabelList"/>
    <dgm:cxn modelId="{1CD9C851-3861-404F-99E5-EF61A9FB6A49}" type="presParOf" srcId="{84D08F88-F7B3-4337-A70E-D32C261770F4}" destId="{69248428-D2AA-4C7B-B82B-483ED09B94DF}" srcOrd="3" destOrd="0" presId="urn:microsoft.com/office/officeart/2018/5/layout/IconLeafLabelList"/>
    <dgm:cxn modelId="{5DCA77C9-7142-4A4B-91D3-20D7CBC16D8F}" type="presParOf" srcId="{ABD43724-2E1F-43AC-BE73-604292D4F25A}" destId="{341E5BCD-8439-4EB2-A43A-F31A36F32F96}" srcOrd="1" destOrd="0" presId="urn:microsoft.com/office/officeart/2018/5/layout/IconLeafLabelList"/>
    <dgm:cxn modelId="{4F6352A4-208D-4229-AFBA-12EBE410358F}" type="presParOf" srcId="{ABD43724-2E1F-43AC-BE73-604292D4F25A}" destId="{892C46E7-99FE-405F-B0B5-FECA1C532E76}" srcOrd="2" destOrd="0" presId="urn:microsoft.com/office/officeart/2018/5/layout/IconLeafLabelList"/>
    <dgm:cxn modelId="{6834AC6F-37DF-48EA-85BF-D16AAC009F85}" type="presParOf" srcId="{892C46E7-99FE-405F-B0B5-FECA1C532E76}" destId="{065F2F7C-2EEA-4740-8C5F-68913AF597C7}" srcOrd="0" destOrd="0" presId="urn:microsoft.com/office/officeart/2018/5/layout/IconLeafLabelList"/>
    <dgm:cxn modelId="{3A062274-4415-46DF-98A1-43803543B19A}" type="presParOf" srcId="{892C46E7-99FE-405F-B0B5-FECA1C532E76}" destId="{D5D4EB7D-119D-4EFF-AC56-1D3DBFBE5A5A}" srcOrd="1" destOrd="0" presId="urn:microsoft.com/office/officeart/2018/5/layout/IconLeafLabelList"/>
    <dgm:cxn modelId="{A9496C2B-9D11-47C8-AE24-46C3E9787FDF}" type="presParOf" srcId="{892C46E7-99FE-405F-B0B5-FECA1C532E76}" destId="{D0174A6C-0295-4455-966F-B90B2BC6A43F}" srcOrd="2" destOrd="0" presId="urn:microsoft.com/office/officeart/2018/5/layout/IconLeafLabelList"/>
    <dgm:cxn modelId="{58930DD9-7DFD-4C39-8E82-A358A7A1C75D}" type="presParOf" srcId="{892C46E7-99FE-405F-B0B5-FECA1C532E76}" destId="{A7EB74E5-2BA8-46B9-8635-5E8CCF901242}" srcOrd="3" destOrd="0" presId="urn:microsoft.com/office/officeart/2018/5/layout/IconLeafLabelList"/>
    <dgm:cxn modelId="{74E69BE8-A215-46A3-8563-C000E0DAC5D6}" type="presParOf" srcId="{ABD43724-2E1F-43AC-BE73-604292D4F25A}" destId="{034F30AF-E2B5-4379-BD73-BCAEAF425986}" srcOrd="3" destOrd="0" presId="urn:microsoft.com/office/officeart/2018/5/layout/IconLeafLabelList"/>
    <dgm:cxn modelId="{EB0CEADE-9D25-4DB0-ACDE-154F00F2A227}" type="presParOf" srcId="{ABD43724-2E1F-43AC-BE73-604292D4F25A}" destId="{3D0ECC56-E5AF-4B22-B37F-91EBADCE1F7A}" srcOrd="4" destOrd="0" presId="urn:microsoft.com/office/officeart/2018/5/layout/IconLeafLabelList"/>
    <dgm:cxn modelId="{DB891181-16E1-44D5-B64C-59886758CC3E}" type="presParOf" srcId="{3D0ECC56-E5AF-4B22-B37F-91EBADCE1F7A}" destId="{9DB5649E-1D2B-4A7A-A62A-073EE55A5622}" srcOrd="0" destOrd="0" presId="urn:microsoft.com/office/officeart/2018/5/layout/IconLeafLabelList"/>
    <dgm:cxn modelId="{05E85435-9441-4554-8745-815988D9C922}" type="presParOf" srcId="{3D0ECC56-E5AF-4B22-B37F-91EBADCE1F7A}" destId="{3AC438EB-770C-422E-AE81-32AA120F0DBC}" srcOrd="1" destOrd="0" presId="urn:microsoft.com/office/officeart/2018/5/layout/IconLeafLabelList"/>
    <dgm:cxn modelId="{AC1BC49A-674F-421A-8E11-E8679463D8CC}" type="presParOf" srcId="{3D0ECC56-E5AF-4B22-B37F-91EBADCE1F7A}" destId="{ED24E78C-FFA9-4599-B0DD-2808CED240BB}" srcOrd="2" destOrd="0" presId="urn:microsoft.com/office/officeart/2018/5/layout/IconLeafLabelList"/>
    <dgm:cxn modelId="{048BE23F-9F77-4FCD-8B17-E2E77C35B1FA}" type="presParOf" srcId="{3D0ECC56-E5AF-4B22-B37F-91EBADCE1F7A}" destId="{207B37DC-8726-46A6-AAD4-538FE4D263D4}" srcOrd="3" destOrd="0" presId="urn:microsoft.com/office/officeart/2018/5/layout/IconLeafLabelList"/>
    <dgm:cxn modelId="{0C5832CB-FFF3-44A6-BF33-43E43F39AC44}" type="presParOf" srcId="{ABD43724-2E1F-43AC-BE73-604292D4F25A}" destId="{7C9D9BAE-8D07-4051-9503-39FE40EF89DF}" srcOrd="5" destOrd="0" presId="urn:microsoft.com/office/officeart/2018/5/layout/IconLeafLabelList"/>
    <dgm:cxn modelId="{85B6D2A7-7188-4404-A96E-9CE95E9CB1E7}" type="presParOf" srcId="{ABD43724-2E1F-43AC-BE73-604292D4F25A}" destId="{FE8DD36F-8CEB-469D-8923-3EFBEB910E07}" srcOrd="6" destOrd="0" presId="urn:microsoft.com/office/officeart/2018/5/layout/IconLeafLabelList"/>
    <dgm:cxn modelId="{0793D484-435A-4154-B5E3-2DA81B0D91A2}" type="presParOf" srcId="{FE8DD36F-8CEB-469D-8923-3EFBEB910E07}" destId="{E4792426-AC02-4F54-AA79-014227A35DC8}" srcOrd="0" destOrd="0" presId="urn:microsoft.com/office/officeart/2018/5/layout/IconLeafLabelList"/>
    <dgm:cxn modelId="{66A49126-339C-4437-B74B-6BE4FD1D6032}" type="presParOf" srcId="{FE8DD36F-8CEB-469D-8923-3EFBEB910E07}" destId="{076E2AFB-023D-4EDB-87FB-DDBFB2279131}" srcOrd="1" destOrd="0" presId="urn:microsoft.com/office/officeart/2018/5/layout/IconLeafLabelList"/>
    <dgm:cxn modelId="{872AB8A2-700D-435F-9DF0-976C3B93B6DC}" type="presParOf" srcId="{FE8DD36F-8CEB-469D-8923-3EFBEB910E07}" destId="{04FB42CD-05D5-4100-9724-74330F867BB3}" srcOrd="2" destOrd="0" presId="urn:microsoft.com/office/officeart/2018/5/layout/IconLeafLabelList"/>
    <dgm:cxn modelId="{F9D7CFC8-4023-4251-84F6-457ECC082C90}" type="presParOf" srcId="{FE8DD36F-8CEB-469D-8923-3EFBEB910E07}" destId="{8B3478D4-47A9-4C95-AD12-60C54CEEA136}" srcOrd="3" destOrd="0" presId="urn:microsoft.com/office/officeart/2018/5/layout/IconLeafLabelList"/>
    <dgm:cxn modelId="{57848DFA-78D5-4A52-9B04-47FDE3BE4187}" type="presParOf" srcId="{ABD43724-2E1F-43AC-BE73-604292D4F25A}" destId="{AEC04D13-AD20-448D-8443-7A3BB5B9646A}" srcOrd="7" destOrd="0" presId="urn:microsoft.com/office/officeart/2018/5/layout/IconLeafLabelList"/>
    <dgm:cxn modelId="{F82E2387-DA6E-4553-89FD-B6037A44C0A1}" type="presParOf" srcId="{ABD43724-2E1F-43AC-BE73-604292D4F25A}" destId="{D4E398F9-9D1E-43C9-AC44-A956CF3D1BDA}" srcOrd="8" destOrd="0" presId="urn:microsoft.com/office/officeart/2018/5/layout/IconLeafLabelList"/>
    <dgm:cxn modelId="{5B291D2F-3AC1-49E6-A467-3F71F2AF5708}" type="presParOf" srcId="{D4E398F9-9D1E-43C9-AC44-A956CF3D1BDA}" destId="{5D892AFC-6EEC-4A18-8D92-0F4EBB084BCD}" srcOrd="0" destOrd="0" presId="urn:microsoft.com/office/officeart/2018/5/layout/IconLeafLabelList"/>
    <dgm:cxn modelId="{49B5613D-44BA-4BDE-9F76-B899E4A9CF53}" type="presParOf" srcId="{D4E398F9-9D1E-43C9-AC44-A956CF3D1BDA}" destId="{05AB34C3-B6B9-4000-8965-097E53D5E2F7}" srcOrd="1" destOrd="0" presId="urn:microsoft.com/office/officeart/2018/5/layout/IconLeafLabelList"/>
    <dgm:cxn modelId="{A8093273-748E-41E9-8B75-E049433B14B2}" type="presParOf" srcId="{D4E398F9-9D1E-43C9-AC44-A956CF3D1BDA}" destId="{DC47EBA4-72FE-449C-B433-5F84835D3A74}" srcOrd="2" destOrd="0" presId="urn:microsoft.com/office/officeart/2018/5/layout/IconLeafLabelList"/>
    <dgm:cxn modelId="{C3086D52-7D60-4230-9C54-FF99DC86447D}" type="presParOf" srcId="{D4E398F9-9D1E-43C9-AC44-A956CF3D1BDA}" destId="{0D47A92D-7BDC-4185-967F-0B1881180103}"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DC266A-8EB5-4B82-A44D-36F9EAC38B00}"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74ACBA37-0DFD-48AC-BEA2-F7E15F48ADED}">
      <dgm:prSet/>
      <dgm:spPr/>
      <dgm:t>
        <a:bodyPr/>
        <a:lstStyle/>
        <a:p>
          <a:pPr>
            <a:defRPr cap="all"/>
          </a:pPr>
          <a:r>
            <a:rPr lang="fr-FR" b="0" i="0" baseline="0"/>
            <a:t>Centralisez tous vos documents administratifs et techniques </a:t>
          </a:r>
          <a:endParaRPr lang="en-US"/>
        </a:p>
      </dgm:t>
    </dgm:pt>
    <dgm:pt modelId="{9B157F7A-6CA0-41D6-A077-83307899BD94}" type="parTrans" cxnId="{FCF9A427-EF12-4523-8956-EEAC57D7015F}">
      <dgm:prSet/>
      <dgm:spPr/>
      <dgm:t>
        <a:bodyPr/>
        <a:lstStyle/>
        <a:p>
          <a:endParaRPr lang="en-US"/>
        </a:p>
      </dgm:t>
    </dgm:pt>
    <dgm:pt modelId="{2CC3F070-E842-42BE-9A08-F2977B88C5F0}" type="sibTrans" cxnId="{FCF9A427-EF12-4523-8956-EEAC57D7015F}">
      <dgm:prSet/>
      <dgm:spPr/>
      <dgm:t>
        <a:bodyPr/>
        <a:lstStyle/>
        <a:p>
          <a:endParaRPr lang="en-US"/>
        </a:p>
      </dgm:t>
    </dgm:pt>
    <dgm:pt modelId="{BACE5544-1E74-445D-A0B4-75F031BCAF24}">
      <dgm:prSet/>
      <dgm:spPr/>
      <dgm:t>
        <a:bodyPr/>
        <a:lstStyle/>
        <a:p>
          <a:pPr>
            <a:defRPr cap="all"/>
          </a:pPr>
          <a:r>
            <a:rPr lang="fr-FR" b="0" i="0" baseline="0"/>
            <a:t>Organisez facilement licences, certificats médicaux et autorisations parentales </a:t>
          </a:r>
          <a:endParaRPr lang="en-US"/>
        </a:p>
      </dgm:t>
    </dgm:pt>
    <dgm:pt modelId="{5658B9CC-C05C-48DB-8163-6C3DB4E7D0ED}" type="parTrans" cxnId="{C2522288-44E9-4770-BA59-6E8365DA41D6}">
      <dgm:prSet/>
      <dgm:spPr/>
      <dgm:t>
        <a:bodyPr/>
        <a:lstStyle/>
        <a:p>
          <a:endParaRPr lang="en-US"/>
        </a:p>
      </dgm:t>
    </dgm:pt>
    <dgm:pt modelId="{7C1D6E92-4976-4CB3-B03E-069934F182E6}" type="sibTrans" cxnId="{C2522288-44E9-4770-BA59-6E8365DA41D6}">
      <dgm:prSet/>
      <dgm:spPr/>
      <dgm:t>
        <a:bodyPr/>
        <a:lstStyle/>
        <a:p>
          <a:endParaRPr lang="en-US"/>
        </a:p>
      </dgm:t>
    </dgm:pt>
    <dgm:pt modelId="{C4AF9620-05C9-443A-B172-779E3CE0418C}">
      <dgm:prSet/>
      <dgm:spPr/>
      <dgm:t>
        <a:bodyPr/>
        <a:lstStyle/>
        <a:p>
          <a:pPr>
            <a:defRPr cap="all"/>
          </a:pPr>
          <a:r>
            <a:rPr lang="fr-FR" b="0" i="0" baseline="0"/>
            <a:t>Partagez des ressources pédagogiques avec vos enseignants et pratiquants </a:t>
          </a:r>
          <a:endParaRPr lang="en-US"/>
        </a:p>
      </dgm:t>
    </dgm:pt>
    <dgm:pt modelId="{ACDBC41C-6A99-4CF9-AC34-867EFE9D4E6A}" type="parTrans" cxnId="{472D517B-A73B-4BA5-9927-6CA163596662}">
      <dgm:prSet/>
      <dgm:spPr/>
      <dgm:t>
        <a:bodyPr/>
        <a:lstStyle/>
        <a:p>
          <a:endParaRPr lang="en-US"/>
        </a:p>
      </dgm:t>
    </dgm:pt>
    <dgm:pt modelId="{65EDE348-7A0A-42C1-881B-8F9D2C4D673F}" type="sibTrans" cxnId="{472D517B-A73B-4BA5-9927-6CA163596662}">
      <dgm:prSet/>
      <dgm:spPr/>
      <dgm:t>
        <a:bodyPr/>
        <a:lstStyle/>
        <a:p>
          <a:endParaRPr lang="en-US"/>
        </a:p>
      </dgm:t>
    </dgm:pt>
    <dgm:pt modelId="{5ABFEBD3-08CD-4B02-B87C-690C3BBBBC35}">
      <dgm:prSet/>
      <dgm:spPr/>
      <dgm:t>
        <a:bodyPr/>
        <a:lstStyle/>
        <a:p>
          <a:pPr>
            <a:defRPr cap="all"/>
          </a:pPr>
          <a:r>
            <a:rPr lang="fr-FR" b="0" i="0" baseline="0"/>
            <a:t>Retrouvez instantanément n'importe quel document grâce à la recherche avancée </a:t>
          </a:r>
          <a:endParaRPr lang="en-US"/>
        </a:p>
      </dgm:t>
    </dgm:pt>
    <dgm:pt modelId="{F325A9F8-A64C-4390-88E1-7120C435DF0E}" type="parTrans" cxnId="{55157F89-29F7-4C7C-A3D9-49D6BE92A658}">
      <dgm:prSet/>
      <dgm:spPr/>
      <dgm:t>
        <a:bodyPr/>
        <a:lstStyle/>
        <a:p>
          <a:endParaRPr lang="en-US"/>
        </a:p>
      </dgm:t>
    </dgm:pt>
    <dgm:pt modelId="{381F28CE-E45F-4EE7-98FD-C9A78B6D3BFC}" type="sibTrans" cxnId="{55157F89-29F7-4C7C-A3D9-49D6BE92A658}">
      <dgm:prSet/>
      <dgm:spPr/>
      <dgm:t>
        <a:bodyPr/>
        <a:lstStyle/>
        <a:p>
          <a:endParaRPr lang="en-US"/>
        </a:p>
      </dgm:t>
    </dgm:pt>
    <dgm:pt modelId="{C1BA51D3-3AE8-4B73-934C-95CCB9DF2119}">
      <dgm:prSet/>
      <dgm:spPr/>
      <dgm:t>
        <a:bodyPr/>
        <a:lstStyle/>
        <a:p>
          <a:pPr>
            <a:defRPr cap="all"/>
          </a:pPr>
          <a:r>
            <a:rPr lang="fr-FR" b="0" i="0" baseline="0"/>
            <a:t>Sécurisez vos données avec des contrôles d'accès personnalisés </a:t>
          </a:r>
          <a:endParaRPr lang="en-US"/>
        </a:p>
      </dgm:t>
    </dgm:pt>
    <dgm:pt modelId="{6E1E28AC-59C6-4DC7-A7A4-34A46A8628A6}" type="parTrans" cxnId="{E45A16D6-4335-4F73-AFDB-E293E5AA9A95}">
      <dgm:prSet/>
      <dgm:spPr/>
      <dgm:t>
        <a:bodyPr/>
        <a:lstStyle/>
        <a:p>
          <a:endParaRPr lang="en-US"/>
        </a:p>
      </dgm:t>
    </dgm:pt>
    <dgm:pt modelId="{A525CE51-6BF6-47A0-8BC9-E24A41E1FE82}" type="sibTrans" cxnId="{E45A16D6-4335-4F73-AFDB-E293E5AA9A95}">
      <dgm:prSet/>
      <dgm:spPr/>
      <dgm:t>
        <a:bodyPr/>
        <a:lstStyle/>
        <a:p>
          <a:endParaRPr lang="en-US"/>
        </a:p>
      </dgm:t>
    </dgm:pt>
    <dgm:pt modelId="{6D117B6B-4D44-4904-B0B7-0D0B46A5CEAE}" type="pres">
      <dgm:prSet presAssocID="{A2DC266A-8EB5-4B82-A44D-36F9EAC38B00}" presName="root" presStyleCnt="0">
        <dgm:presLayoutVars>
          <dgm:dir/>
          <dgm:resizeHandles val="exact"/>
        </dgm:presLayoutVars>
      </dgm:prSet>
      <dgm:spPr/>
    </dgm:pt>
    <dgm:pt modelId="{BDD37879-F9E0-4E31-9866-5A171A88BFDC}" type="pres">
      <dgm:prSet presAssocID="{74ACBA37-0DFD-48AC-BEA2-F7E15F48ADED}" presName="compNode" presStyleCnt="0"/>
      <dgm:spPr/>
    </dgm:pt>
    <dgm:pt modelId="{D3F39D9C-0FF9-471B-AF1A-B80B5C02BEB7}" type="pres">
      <dgm:prSet presAssocID="{74ACBA37-0DFD-48AC-BEA2-F7E15F48ADED}" presName="iconBgRect" presStyleLbl="bgShp" presStyleIdx="0" presStyleCnt="5"/>
      <dgm:spPr/>
    </dgm:pt>
    <dgm:pt modelId="{B0DF8E87-C01D-48FD-B1F4-1DB2457CF018}" type="pres">
      <dgm:prSet presAssocID="{74ACBA37-0DFD-48AC-BEA2-F7E15F48ADE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BD0E97C9-5F85-4385-AD0E-7647DB41A1DA}" type="pres">
      <dgm:prSet presAssocID="{74ACBA37-0DFD-48AC-BEA2-F7E15F48ADED}" presName="spaceRect" presStyleCnt="0"/>
      <dgm:spPr/>
    </dgm:pt>
    <dgm:pt modelId="{43BE8478-742F-42B4-BCB5-674BE7FC8487}" type="pres">
      <dgm:prSet presAssocID="{74ACBA37-0DFD-48AC-BEA2-F7E15F48ADED}" presName="textRect" presStyleLbl="revTx" presStyleIdx="0" presStyleCnt="5">
        <dgm:presLayoutVars>
          <dgm:chMax val="1"/>
          <dgm:chPref val="1"/>
        </dgm:presLayoutVars>
      </dgm:prSet>
      <dgm:spPr/>
    </dgm:pt>
    <dgm:pt modelId="{CC3F3375-5497-4273-B387-0D739AA8E2FF}" type="pres">
      <dgm:prSet presAssocID="{2CC3F070-E842-42BE-9A08-F2977B88C5F0}" presName="sibTrans" presStyleCnt="0"/>
      <dgm:spPr/>
    </dgm:pt>
    <dgm:pt modelId="{F7E483CD-5EEE-4844-93A2-1715B5189413}" type="pres">
      <dgm:prSet presAssocID="{BACE5544-1E74-445D-A0B4-75F031BCAF24}" presName="compNode" presStyleCnt="0"/>
      <dgm:spPr/>
    </dgm:pt>
    <dgm:pt modelId="{EA59B597-2094-4949-8048-1C67638D7134}" type="pres">
      <dgm:prSet presAssocID="{BACE5544-1E74-445D-A0B4-75F031BCAF24}" presName="iconBgRect" presStyleLbl="bgShp" presStyleIdx="1" presStyleCnt="5"/>
      <dgm:spPr/>
    </dgm:pt>
    <dgm:pt modelId="{62FCC070-D4D8-436C-845C-2DDFECADD53F}" type="pres">
      <dgm:prSet presAssocID="{BACE5544-1E74-445D-A0B4-75F031BCAF2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plôme"/>
        </a:ext>
      </dgm:extLst>
    </dgm:pt>
    <dgm:pt modelId="{1C79B4CD-4C15-417B-B611-EC5621856796}" type="pres">
      <dgm:prSet presAssocID="{BACE5544-1E74-445D-A0B4-75F031BCAF24}" presName="spaceRect" presStyleCnt="0"/>
      <dgm:spPr/>
    </dgm:pt>
    <dgm:pt modelId="{8238E2F4-37C2-47B8-AC47-85AF61B8CB5E}" type="pres">
      <dgm:prSet presAssocID="{BACE5544-1E74-445D-A0B4-75F031BCAF24}" presName="textRect" presStyleLbl="revTx" presStyleIdx="1" presStyleCnt="5">
        <dgm:presLayoutVars>
          <dgm:chMax val="1"/>
          <dgm:chPref val="1"/>
        </dgm:presLayoutVars>
      </dgm:prSet>
      <dgm:spPr/>
    </dgm:pt>
    <dgm:pt modelId="{077F12D8-0B95-4D7E-9BDF-6EB4DBE75FE8}" type="pres">
      <dgm:prSet presAssocID="{7C1D6E92-4976-4CB3-B03E-069934F182E6}" presName="sibTrans" presStyleCnt="0"/>
      <dgm:spPr/>
    </dgm:pt>
    <dgm:pt modelId="{64EC5AAB-C976-4488-9815-436047CF3C28}" type="pres">
      <dgm:prSet presAssocID="{C4AF9620-05C9-443A-B172-779E3CE0418C}" presName="compNode" presStyleCnt="0"/>
      <dgm:spPr/>
    </dgm:pt>
    <dgm:pt modelId="{7B71083C-527A-47A4-8CED-45F1B511D911}" type="pres">
      <dgm:prSet presAssocID="{C4AF9620-05C9-443A-B172-779E3CE0418C}" presName="iconBgRect" presStyleLbl="bgShp" presStyleIdx="2" presStyleCnt="5"/>
      <dgm:spPr/>
    </dgm:pt>
    <dgm:pt modelId="{0F211618-49D7-4AC4-A72A-336695A1AB16}" type="pres">
      <dgm:prSet presAssocID="{C4AF9620-05C9-443A-B172-779E3CE0418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e"/>
        </a:ext>
      </dgm:extLst>
    </dgm:pt>
    <dgm:pt modelId="{4FD088BB-CD42-45A1-B61C-602C532B900F}" type="pres">
      <dgm:prSet presAssocID="{C4AF9620-05C9-443A-B172-779E3CE0418C}" presName="spaceRect" presStyleCnt="0"/>
      <dgm:spPr/>
    </dgm:pt>
    <dgm:pt modelId="{1AEB831E-F59E-4BCC-A8EA-EA51B1EDEE1B}" type="pres">
      <dgm:prSet presAssocID="{C4AF9620-05C9-443A-B172-779E3CE0418C}" presName="textRect" presStyleLbl="revTx" presStyleIdx="2" presStyleCnt="5">
        <dgm:presLayoutVars>
          <dgm:chMax val="1"/>
          <dgm:chPref val="1"/>
        </dgm:presLayoutVars>
      </dgm:prSet>
      <dgm:spPr/>
    </dgm:pt>
    <dgm:pt modelId="{869818E7-BF3C-4B25-86C7-85D5869CD2FC}" type="pres">
      <dgm:prSet presAssocID="{65EDE348-7A0A-42C1-881B-8F9D2C4D673F}" presName="sibTrans" presStyleCnt="0"/>
      <dgm:spPr/>
    </dgm:pt>
    <dgm:pt modelId="{D17BF243-E576-403E-8A13-ABF4454E76D2}" type="pres">
      <dgm:prSet presAssocID="{5ABFEBD3-08CD-4B02-B87C-690C3BBBBC35}" presName="compNode" presStyleCnt="0"/>
      <dgm:spPr/>
    </dgm:pt>
    <dgm:pt modelId="{9F1A1CED-66F0-4069-9F1F-54E83A743646}" type="pres">
      <dgm:prSet presAssocID="{5ABFEBD3-08CD-4B02-B87C-690C3BBBBC35}" presName="iconBgRect" presStyleLbl="bgShp" presStyleIdx="3" presStyleCnt="5"/>
      <dgm:spPr/>
    </dgm:pt>
    <dgm:pt modelId="{DC9CBD1C-36DD-4F86-9198-E1ADEF8B1215}" type="pres">
      <dgm:prSet presAssocID="{5ABFEBD3-08CD-4B02-B87C-690C3BBBBC3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gnifying glass"/>
        </a:ext>
      </dgm:extLst>
    </dgm:pt>
    <dgm:pt modelId="{DDA4A45C-32AA-47A8-89AC-333C7167B18C}" type="pres">
      <dgm:prSet presAssocID="{5ABFEBD3-08CD-4B02-B87C-690C3BBBBC35}" presName="spaceRect" presStyleCnt="0"/>
      <dgm:spPr/>
    </dgm:pt>
    <dgm:pt modelId="{81BBFCE7-BD95-4C12-BE66-5ED3341DF061}" type="pres">
      <dgm:prSet presAssocID="{5ABFEBD3-08CD-4B02-B87C-690C3BBBBC35}" presName="textRect" presStyleLbl="revTx" presStyleIdx="3" presStyleCnt="5">
        <dgm:presLayoutVars>
          <dgm:chMax val="1"/>
          <dgm:chPref val="1"/>
        </dgm:presLayoutVars>
      </dgm:prSet>
      <dgm:spPr/>
    </dgm:pt>
    <dgm:pt modelId="{029909C8-FE58-47D8-89B3-D872147FF263}" type="pres">
      <dgm:prSet presAssocID="{381F28CE-E45F-4EE7-98FD-C9A78B6D3BFC}" presName="sibTrans" presStyleCnt="0"/>
      <dgm:spPr/>
    </dgm:pt>
    <dgm:pt modelId="{3F042F99-D9BE-4D6C-9850-7ECEDE5600CA}" type="pres">
      <dgm:prSet presAssocID="{C1BA51D3-3AE8-4B73-934C-95CCB9DF2119}" presName="compNode" presStyleCnt="0"/>
      <dgm:spPr/>
    </dgm:pt>
    <dgm:pt modelId="{D4F46691-DBA7-4F88-8BF5-F578CFD73EB3}" type="pres">
      <dgm:prSet presAssocID="{C1BA51D3-3AE8-4B73-934C-95CCB9DF2119}" presName="iconBgRect" presStyleLbl="bgShp" presStyleIdx="4" presStyleCnt="5"/>
      <dgm:spPr/>
    </dgm:pt>
    <dgm:pt modelId="{0F9231AF-5C52-40E8-A2D0-E1BB2586A1CB}" type="pres">
      <dgm:prSet presAssocID="{C1BA51D3-3AE8-4B73-934C-95CCB9DF211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Utilisateur"/>
        </a:ext>
      </dgm:extLst>
    </dgm:pt>
    <dgm:pt modelId="{1722D0BA-CD51-4F13-B80B-B2FA277B1DC7}" type="pres">
      <dgm:prSet presAssocID="{C1BA51D3-3AE8-4B73-934C-95CCB9DF2119}" presName="spaceRect" presStyleCnt="0"/>
      <dgm:spPr/>
    </dgm:pt>
    <dgm:pt modelId="{363EB041-8239-43D9-B010-6ECC8727F99B}" type="pres">
      <dgm:prSet presAssocID="{C1BA51D3-3AE8-4B73-934C-95CCB9DF2119}" presName="textRect" presStyleLbl="revTx" presStyleIdx="4" presStyleCnt="5">
        <dgm:presLayoutVars>
          <dgm:chMax val="1"/>
          <dgm:chPref val="1"/>
        </dgm:presLayoutVars>
      </dgm:prSet>
      <dgm:spPr/>
    </dgm:pt>
  </dgm:ptLst>
  <dgm:cxnLst>
    <dgm:cxn modelId="{02D40F08-3C1C-405B-8720-8FD12603C1EB}" type="presOf" srcId="{C4AF9620-05C9-443A-B172-779E3CE0418C}" destId="{1AEB831E-F59E-4BCC-A8EA-EA51B1EDEE1B}" srcOrd="0" destOrd="0" presId="urn:microsoft.com/office/officeart/2018/5/layout/IconCircleLabelList"/>
    <dgm:cxn modelId="{8F54D014-452D-4CD1-828E-424F101FFE48}" type="presOf" srcId="{74ACBA37-0DFD-48AC-BEA2-F7E15F48ADED}" destId="{43BE8478-742F-42B4-BCB5-674BE7FC8487}" srcOrd="0" destOrd="0" presId="urn:microsoft.com/office/officeart/2018/5/layout/IconCircleLabelList"/>
    <dgm:cxn modelId="{FCF9A427-EF12-4523-8956-EEAC57D7015F}" srcId="{A2DC266A-8EB5-4B82-A44D-36F9EAC38B00}" destId="{74ACBA37-0DFD-48AC-BEA2-F7E15F48ADED}" srcOrd="0" destOrd="0" parTransId="{9B157F7A-6CA0-41D6-A077-83307899BD94}" sibTransId="{2CC3F070-E842-42BE-9A08-F2977B88C5F0}"/>
    <dgm:cxn modelId="{0133E163-C9E5-48C3-BDB7-58AA736A7E1F}" type="presOf" srcId="{A2DC266A-8EB5-4B82-A44D-36F9EAC38B00}" destId="{6D117B6B-4D44-4904-B0B7-0D0B46A5CEAE}" srcOrd="0" destOrd="0" presId="urn:microsoft.com/office/officeart/2018/5/layout/IconCircleLabelList"/>
    <dgm:cxn modelId="{472D517B-A73B-4BA5-9927-6CA163596662}" srcId="{A2DC266A-8EB5-4B82-A44D-36F9EAC38B00}" destId="{C4AF9620-05C9-443A-B172-779E3CE0418C}" srcOrd="2" destOrd="0" parTransId="{ACDBC41C-6A99-4CF9-AC34-867EFE9D4E6A}" sibTransId="{65EDE348-7A0A-42C1-881B-8F9D2C4D673F}"/>
    <dgm:cxn modelId="{C2522288-44E9-4770-BA59-6E8365DA41D6}" srcId="{A2DC266A-8EB5-4B82-A44D-36F9EAC38B00}" destId="{BACE5544-1E74-445D-A0B4-75F031BCAF24}" srcOrd="1" destOrd="0" parTransId="{5658B9CC-C05C-48DB-8163-6C3DB4E7D0ED}" sibTransId="{7C1D6E92-4976-4CB3-B03E-069934F182E6}"/>
    <dgm:cxn modelId="{55157F89-29F7-4C7C-A3D9-49D6BE92A658}" srcId="{A2DC266A-8EB5-4B82-A44D-36F9EAC38B00}" destId="{5ABFEBD3-08CD-4B02-B87C-690C3BBBBC35}" srcOrd="3" destOrd="0" parTransId="{F325A9F8-A64C-4390-88E1-7120C435DF0E}" sibTransId="{381F28CE-E45F-4EE7-98FD-C9A78B6D3BFC}"/>
    <dgm:cxn modelId="{194BEF9B-505D-4104-AF06-BC0F44034B9B}" type="presOf" srcId="{C1BA51D3-3AE8-4B73-934C-95CCB9DF2119}" destId="{363EB041-8239-43D9-B010-6ECC8727F99B}" srcOrd="0" destOrd="0" presId="urn:microsoft.com/office/officeart/2018/5/layout/IconCircleLabelList"/>
    <dgm:cxn modelId="{E45A16D6-4335-4F73-AFDB-E293E5AA9A95}" srcId="{A2DC266A-8EB5-4B82-A44D-36F9EAC38B00}" destId="{C1BA51D3-3AE8-4B73-934C-95CCB9DF2119}" srcOrd="4" destOrd="0" parTransId="{6E1E28AC-59C6-4DC7-A7A4-34A46A8628A6}" sibTransId="{A525CE51-6BF6-47A0-8BC9-E24A41E1FE82}"/>
    <dgm:cxn modelId="{44D859F0-3087-430A-9A11-9187FC4A85F3}" type="presOf" srcId="{BACE5544-1E74-445D-A0B4-75F031BCAF24}" destId="{8238E2F4-37C2-47B8-AC47-85AF61B8CB5E}" srcOrd="0" destOrd="0" presId="urn:microsoft.com/office/officeart/2018/5/layout/IconCircleLabelList"/>
    <dgm:cxn modelId="{B87E34FE-699D-4B5A-87AE-BFEF8C6FC631}" type="presOf" srcId="{5ABFEBD3-08CD-4B02-B87C-690C3BBBBC35}" destId="{81BBFCE7-BD95-4C12-BE66-5ED3341DF061}" srcOrd="0" destOrd="0" presId="urn:microsoft.com/office/officeart/2018/5/layout/IconCircleLabelList"/>
    <dgm:cxn modelId="{A95D9CBB-252C-4235-BD50-277E1CB7CFA3}" type="presParOf" srcId="{6D117B6B-4D44-4904-B0B7-0D0B46A5CEAE}" destId="{BDD37879-F9E0-4E31-9866-5A171A88BFDC}" srcOrd="0" destOrd="0" presId="urn:microsoft.com/office/officeart/2018/5/layout/IconCircleLabelList"/>
    <dgm:cxn modelId="{F8F85737-FC9B-41F9-AAF2-44C545466470}" type="presParOf" srcId="{BDD37879-F9E0-4E31-9866-5A171A88BFDC}" destId="{D3F39D9C-0FF9-471B-AF1A-B80B5C02BEB7}" srcOrd="0" destOrd="0" presId="urn:microsoft.com/office/officeart/2018/5/layout/IconCircleLabelList"/>
    <dgm:cxn modelId="{9428641B-3879-412F-B565-A9986C938402}" type="presParOf" srcId="{BDD37879-F9E0-4E31-9866-5A171A88BFDC}" destId="{B0DF8E87-C01D-48FD-B1F4-1DB2457CF018}" srcOrd="1" destOrd="0" presId="urn:microsoft.com/office/officeart/2018/5/layout/IconCircleLabelList"/>
    <dgm:cxn modelId="{F31BFCE3-B91B-4A77-80F7-F50C4905F7A8}" type="presParOf" srcId="{BDD37879-F9E0-4E31-9866-5A171A88BFDC}" destId="{BD0E97C9-5F85-4385-AD0E-7647DB41A1DA}" srcOrd="2" destOrd="0" presId="urn:microsoft.com/office/officeart/2018/5/layout/IconCircleLabelList"/>
    <dgm:cxn modelId="{1A9B368F-48FD-4984-AE28-F6A0C77293BF}" type="presParOf" srcId="{BDD37879-F9E0-4E31-9866-5A171A88BFDC}" destId="{43BE8478-742F-42B4-BCB5-674BE7FC8487}" srcOrd="3" destOrd="0" presId="urn:microsoft.com/office/officeart/2018/5/layout/IconCircleLabelList"/>
    <dgm:cxn modelId="{9B9DFE9A-741D-4579-B3DA-9279A0BE8138}" type="presParOf" srcId="{6D117B6B-4D44-4904-B0B7-0D0B46A5CEAE}" destId="{CC3F3375-5497-4273-B387-0D739AA8E2FF}" srcOrd="1" destOrd="0" presId="urn:microsoft.com/office/officeart/2018/5/layout/IconCircleLabelList"/>
    <dgm:cxn modelId="{43F4F1B8-AB24-46E4-B4A3-553DE0489B83}" type="presParOf" srcId="{6D117B6B-4D44-4904-B0B7-0D0B46A5CEAE}" destId="{F7E483CD-5EEE-4844-93A2-1715B5189413}" srcOrd="2" destOrd="0" presId="urn:microsoft.com/office/officeart/2018/5/layout/IconCircleLabelList"/>
    <dgm:cxn modelId="{79635F8B-F1F5-4F82-9432-AD7FF18A6047}" type="presParOf" srcId="{F7E483CD-5EEE-4844-93A2-1715B5189413}" destId="{EA59B597-2094-4949-8048-1C67638D7134}" srcOrd="0" destOrd="0" presId="urn:microsoft.com/office/officeart/2018/5/layout/IconCircleLabelList"/>
    <dgm:cxn modelId="{CB6D496C-C95A-435B-948C-F346F44AD5D3}" type="presParOf" srcId="{F7E483CD-5EEE-4844-93A2-1715B5189413}" destId="{62FCC070-D4D8-436C-845C-2DDFECADD53F}" srcOrd="1" destOrd="0" presId="urn:microsoft.com/office/officeart/2018/5/layout/IconCircleLabelList"/>
    <dgm:cxn modelId="{46D9CE66-EC7F-4534-B5AD-63D437EEF6F1}" type="presParOf" srcId="{F7E483CD-5EEE-4844-93A2-1715B5189413}" destId="{1C79B4CD-4C15-417B-B611-EC5621856796}" srcOrd="2" destOrd="0" presId="urn:microsoft.com/office/officeart/2018/5/layout/IconCircleLabelList"/>
    <dgm:cxn modelId="{17E45119-C818-4A51-9878-98BC772CE336}" type="presParOf" srcId="{F7E483CD-5EEE-4844-93A2-1715B5189413}" destId="{8238E2F4-37C2-47B8-AC47-85AF61B8CB5E}" srcOrd="3" destOrd="0" presId="urn:microsoft.com/office/officeart/2018/5/layout/IconCircleLabelList"/>
    <dgm:cxn modelId="{E3CF132D-95E5-4C73-A4AD-145E70AA7332}" type="presParOf" srcId="{6D117B6B-4D44-4904-B0B7-0D0B46A5CEAE}" destId="{077F12D8-0B95-4D7E-9BDF-6EB4DBE75FE8}" srcOrd="3" destOrd="0" presId="urn:microsoft.com/office/officeart/2018/5/layout/IconCircleLabelList"/>
    <dgm:cxn modelId="{668D22A8-E16F-45A1-86EB-3FEBE4847230}" type="presParOf" srcId="{6D117B6B-4D44-4904-B0B7-0D0B46A5CEAE}" destId="{64EC5AAB-C976-4488-9815-436047CF3C28}" srcOrd="4" destOrd="0" presId="urn:microsoft.com/office/officeart/2018/5/layout/IconCircleLabelList"/>
    <dgm:cxn modelId="{FD67ED4A-0034-4DF7-BA73-F70F5B02747E}" type="presParOf" srcId="{64EC5AAB-C976-4488-9815-436047CF3C28}" destId="{7B71083C-527A-47A4-8CED-45F1B511D911}" srcOrd="0" destOrd="0" presId="urn:microsoft.com/office/officeart/2018/5/layout/IconCircleLabelList"/>
    <dgm:cxn modelId="{18FCA3EA-FEED-4D74-9914-24850C993F2C}" type="presParOf" srcId="{64EC5AAB-C976-4488-9815-436047CF3C28}" destId="{0F211618-49D7-4AC4-A72A-336695A1AB16}" srcOrd="1" destOrd="0" presId="urn:microsoft.com/office/officeart/2018/5/layout/IconCircleLabelList"/>
    <dgm:cxn modelId="{31B994B3-8D89-4513-91FD-B4400CCF4D1F}" type="presParOf" srcId="{64EC5AAB-C976-4488-9815-436047CF3C28}" destId="{4FD088BB-CD42-45A1-B61C-602C532B900F}" srcOrd="2" destOrd="0" presId="urn:microsoft.com/office/officeart/2018/5/layout/IconCircleLabelList"/>
    <dgm:cxn modelId="{6FF719D7-EE1D-4049-8D55-EBD6617AE4BB}" type="presParOf" srcId="{64EC5AAB-C976-4488-9815-436047CF3C28}" destId="{1AEB831E-F59E-4BCC-A8EA-EA51B1EDEE1B}" srcOrd="3" destOrd="0" presId="urn:microsoft.com/office/officeart/2018/5/layout/IconCircleLabelList"/>
    <dgm:cxn modelId="{839B1E87-B5C1-4A0A-99AD-16711DCCAB7F}" type="presParOf" srcId="{6D117B6B-4D44-4904-B0B7-0D0B46A5CEAE}" destId="{869818E7-BF3C-4B25-86C7-85D5869CD2FC}" srcOrd="5" destOrd="0" presId="urn:microsoft.com/office/officeart/2018/5/layout/IconCircleLabelList"/>
    <dgm:cxn modelId="{D0EE27FA-3C19-465E-9429-EA4C9BC3F7C2}" type="presParOf" srcId="{6D117B6B-4D44-4904-B0B7-0D0B46A5CEAE}" destId="{D17BF243-E576-403E-8A13-ABF4454E76D2}" srcOrd="6" destOrd="0" presId="urn:microsoft.com/office/officeart/2018/5/layout/IconCircleLabelList"/>
    <dgm:cxn modelId="{72F50CDF-9AE1-4F6A-A180-E6335194E6E4}" type="presParOf" srcId="{D17BF243-E576-403E-8A13-ABF4454E76D2}" destId="{9F1A1CED-66F0-4069-9F1F-54E83A743646}" srcOrd="0" destOrd="0" presId="urn:microsoft.com/office/officeart/2018/5/layout/IconCircleLabelList"/>
    <dgm:cxn modelId="{C6B9D76F-3068-4B7F-8CD6-5A9B9E4E6BC9}" type="presParOf" srcId="{D17BF243-E576-403E-8A13-ABF4454E76D2}" destId="{DC9CBD1C-36DD-4F86-9198-E1ADEF8B1215}" srcOrd="1" destOrd="0" presId="urn:microsoft.com/office/officeart/2018/5/layout/IconCircleLabelList"/>
    <dgm:cxn modelId="{4A151F2D-AF71-4C03-892A-C3FB9E4FAB2B}" type="presParOf" srcId="{D17BF243-E576-403E-8A13-ABF4454E76D2}" destId="{DDA4A45C-32AA-47A8-89AC-333C7167B18C}" srcOrd="2" destOrd="0" presId="urn:microsoft.com/office/officeart/2018/5/layout/IconCircleLabelList"/>
    <dgm:cxn modelId="{4411BD88-293B-4DD7-B9A2-1053E14F476A}" type="presParOf" srcId="{D17BF243-E576-403E-8A13-ABF4454E76D2}" destId="{81BBFCE7-BD95-4C12-BE66-5ED3341DF061}" srcOrd="3" destOrd="0" presId="urn:microsoft.com/office/officeart/2018/5/layout/IconCircleLabelList"/>
    <dgm:cxn modelId="{DC3CCB0E-7545-4226-AD8A-9EA411301B63}" type="presParOf" srcId="{6D117B6B-4D44-4904-B0B7-0D0B46A5CEAE}" destId="{029909C8-FE58-47D8-89B3-D872147FF263}" srcOrd="7" destOrd="0" presId="urn:microsoft.com/office/officeart/2018/5/layout/IconCircleLabelList"/>
    <dgm:cxn modelId="{C9EDF7D6-5AA6-4381-8CE3-26814C2FBEF8}" type="presParOf" srcId="{6D117B6B-4D44-4904-B0B7-0D0B46A5CEAE}" destId="{3F042F99-D9BE-4D6C-9850-7ECEDE5600CA}" srcOrd="8" destOrd="0" presId="urn:microsoft.com/office/officeart/2018/5/layout/IconCircleLabelList"/>
    <dgm:cxn modelId="{BBCA2FA3-016F-42AB-8F32-16C07BA6983F}" type="presParOf" srcId="{3F042F99-D9BE-4D6C-9850-7ECEDE5600CA}" destId="{D4F46691-DBA7-4F88-8BF5-F578CFD73EB3}" srcOrd="0" destOrd="0" presId="urn:microsoft.com/office/officeart/2018/5/layout/IconCircleLabelList"/>
    <dgm:cxn modelId="{3EE3DCB3-32CD-413F-9F6B-B683E23B11D3}" type="presParOf" srcId="{3F042F99-D9BE-4D6C-9850-7ECEDE5600CA}" destId="{0F9231AF-5C52-40E8-A2D0-E1BB2586A1CB}" srcOrd="1" destOrd="0" presId="urn:microsoft.com/office/officeart/2018/5/layout/IconCircleLabelList"/>
    <dgm:cxn modelId="{FF7FD292-C96B-47E1-8F9C-B5BB9560F510}" type="presParOf" srcId="{3F042F99-D9BE-4D6C-9850-7ECEDE5600CA}" destId="{1722D0BA-CD51-4F13-B80B-B2FA277B1DC7}" srcOrd="2" destOrd="0" presId="urn:microsoft.com/office/officeart/2018/5/layout/IconCircleLabelList"/>
    <dgm:cxn modelId="{A6DE0F4E-B28A-4325-83E3-BC87634E1F66}" type="presParOf" srcId="{3F042F99-D9BE-4D6C-9850-7ECEDE5600CA}" destId="{363EB041-8239-43D9-B010-6ECC8727F99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0703D5F-C1B9-4C0E-B980-306B4DF27C0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44EC5B6-6C42-4D90-90D0-CCAB33D71428}">
      <dgm:prSet/>
      <dgm:spPr/>
      <dgm:t>
        <a:bodyPr/>
        <a:lstStyle/>
        <a:p>
          <a:r>
            <a:rPr lang="fr-FR" b="0" i="0" baseline="0"/>
            <a:t>Planifiez facilement vos créneaux d'entraînement </a:t>
          </a:r>
          <a:endParaRPr lang="en-US"/>
        </a:p>
      </dgm:t>
    </dgm:pt>
    <dgm:pt modelId="{60615506-8AB6-40A0-8B91-6394B328F52C}" type="parTrans" cxnId="{5D866179-9DA0-49EE-8CB8-6F8676B65DA9}">
      <dgm:prSet/>
      <dgm:spPr/>
      <dgm:t>
        <a:bodyPr/>
        <a:lstStyle/>
        <a:p>
          <a:endParaRPr lang="en-US"/>
        </a:p>
      </dgm:t>
    </dgm:pt>
    <dgm:pt modelId="{FC33AFEF-5D9D-44F1-A214-A8F34E37A834}" type="sibTrans" cxnId="{5D866179-9DA0-49EE-8CB8-6F8676B65DA9}">
      <dgm:prSet/>
      <dgm:spPr/>
      <dgm:t>
        <a:bodyPr/>
        <a:lstStyle/>
        <a:p>
          <a:endParaRPr lang="en-US"/>
        </a:p>
      </dgm:t>
    </dgm:pt>
    <dgm:pt modelId="{8813CF35-1C82-4E8A-9C74-7CF132F314B4}">
      <dgm:prSet/>
      <dgm:spPr/>
      <dgm:t>
        <a:bodyPr/>
        <a:lstStyle/>
        <a:p>
          <a:r>
            <a:rPr lang="fr-FR" b="0" i="0" baseline="0"/>
            <a:t>Suivez les présences par simple scan de QR code </a:t>
          </a:r>
          <a:endParaRPr lang="en-US"/>
        </a:p>
      </dgm:t>
    </dgm:pt>
    <dgm:pt modelId="{465110F0-C2C5-40C0-A4EC-C7D7C95D281A}" type="parTrans" cxnId="{45427AD1-754E-41C6-A550-F4A88831847D}">
      <dgm:prSet/>
      <dgm:spPr/>
      <dgm:t>
        <a:bodyPr/>
        <a:lstStyle/>
        <a:p>
          <a:endParaRPr lang="en-US"/>
        </a:p>
      </dgm:t>
    </dgm:pt>
    <dgm:pt modelId="{79655A76-8721-485C-86D3-727DD4E60B48}" type="sibTrans" cxnId="{45427AD1-754E-41C6-A550-F4A88831847D}">
      <dgm:prSet/>
      <dgm:spPr/>
      <dgm:t>
        <a:bodyPr/>
        <a:lstStyle/>
        <a:p>
          <a:endParaRPr lang="en-US"/>
        </a:p>
      </dgm:t>
    </dgm:pt>
    <dgm:pt modelId="{5AEF5C6C-804C-4B31-A791-1A393C6B2800}">
      <dgm:prSet/>
      <dgm:spPr/>
      <dgm:t>
        <a:bodyPr/>
        <a:lstStyle/>
        <a:p>
          <a:r>
            <a:rPr lang="fr-FR" b="0" i="0" baseline="0"/>
            <a:t>Communiquez les changements d'horaire instantanément </a:t>
          </a:r>
          <a:endParaRPr lang="en-US"/>
        </a:p>
      </dgm:t>
    </dgm:pt>
    <dgm:pt modelId="{EE1A1FFD-1869-4AAC-8AA5-C5470C17A7F8}" type="parTrans" cxnId="{A758659B-0287-47A2-8987-2FCC2B2784C2}">
      <dgm:prSet/>
      <dgm:spPr/>
      <dgm:t>
        <a:bodyPr/>
        <a:lstStyle/>
        <a:p>
          <a:endParaRPr lang="en-US"/>
        </a:p>
      </dgm:t>
    </dgm:pt>
    <dgm:pt modelId="{B29907A4-0FC3-4AC7-B7E1-AB1FB671522E}" type="sibTrans" cxnId="{A758659B-0287-47A2-8987-2FCC2B2784C2}">
      <dgm:prSet/>
      <dgm:spPr/>
      <dgm:t>
        <a:bodyPr/>
        <a:lstStyle/>
        <a:p>
          <a:endParaRPr lang="en-US"/>
        </a:p>
      </dgm:t>
    </dgm:pt>
    <dgm:pt modelId="{7AAAB6B4-0A2B-46F0-A658-0C5DB3AB64E1}">
      <dgm:prSet/>
      <dgm:spPr/>
      <dgm:t>
        <a:bodyPr/>
        <a:lstStyle/>
        <a:p>
          <a:r>
            <a:rPr lang="fr-FR" b="0" i="0" baseline="0"/>
            <a:t>Visualisez le taux de participation par cours </a:t>
          </a:r>
          <a:endParaRPr lang="en-US"/>
        </a:p>
      </dgm:t>
    </dgm:pt>
    <dgm:pt modelId="{56160973-C9FC-486F-90C7-38FC6E73E38E}" type="parTrans" cxnId="{4D482911-14BB-4737-BCB7-FA529303D15F}">
      <dgm:prSet/>
      <dgm:spPr/>
      <dgm:t>
        <a:bodyPr/>
        <a:lstStyle/>
        <a:p>
          <a:endParaRPr lang="en-US"/>
        </a:p>
      </dgm:t>
    </dgm:pt>
    <dgm:pt modelId="{23F6C5AC-5FE0-45AA-AC86-DA2B97CD4052}" type="sibTrans" cxnId="{4D482911-14BB-4737-BCB7-FA529303D15F}">
      <dgm:prSet/>
      <dgm:spPr/>
      <dgm:t>
        <a:bodyPr/>
        <a:lstStyle/>
        <a:p>
          <a:endParaRPr lang="en-US"/>
        </a:p>
      </dgm:t>
    </dgm:pt>
    <dgm:pt modelId="{65B4821F-0F4A-43ED-AD5E-502F9EAE1B88}" type="pres">
      <dgm:prSet presAssocID="{20703D5F-C1B9-4C0E-B980-306B4DF27C09}" presName="linear" presStyleCnt="0">
        <dgm:presLayoutVars>
          <dgm:animLvl val="lvl"/>
          <dgm:resizeHandles val="exact"/>
        </dgm:presLayoutVars>
      </dgm:prSet>
      <dgm:spPr/>
    </dgm:pt>
    <dgm:pt modelId="{67C6E0C7-1219-4EE3-9740-0D962270CF81}" type="pres">
      <dgm:prSet presAssocID="{444EC5B6-6C42-4D90-90D0-CCAB33D71428}" presName="parentText" presStyleLbl="node1" presStyleIdx="0" presStyleCnt="4">
        <dgm:presLayoutVars>
          <dgm:chMax val="0"/>
          <dgm:bulletEnabled val="1"/>
        </dgm:presLayoutVars>
      </dgm:prSet>
      <dgm:spPr/>
    </dgm:pt>
    <dgm:pt modelId="{05A2F9AB-8A70-4969-AAB6-9C01A577B0BF}" type="pres">
      <dgm:prSet presAssocID="{FC33AFEF-5D9D-44F1-A214-A8F34E37A834}" presName="spacer" presStyleCnt="0"/>
      <dgm:spPr/>
    </dgm:pt>
    <dgm:pt modelId="{86CC888B-6953-4513-891E-727EEDE78612}" type="pres">
      <dgm:prSet presAssocID="{8813CF35-1C82-4E8A-9C74-7CF132F314B4}" presName="parentText" presStyleLbl="node1" presStyleIdx="1" presStyleCnt="4">
        <dgm:presLayoutVars>
          <dgm:chMax val="0"/>
          <dgm:bulletEnabled val="1"/>
        </dgm:presLayoutVars>
      </dgm:prSet>
      <dgm:spPr/>
    </dgm:pt>
    <dgm:pt modelId="{53DB3DBA-2FF6-4526-B100-1D4D7F333314}" type="pres">
      <dgm:prSet presAssocID="{79655A76-8721-485C-86D3-727DD4E60B48}" presName="spacer" presStyleCnt="0"/>
      <dgm:spPr/>
    </dgm:pt>
    <dgm:pt modelId="{A327FB29-52EA-4888-B744-CFB81497A269}" type="pres">
      <dgm:prSet presAssocID="{5AEF5C6C-804C-4B31-A791-1A393C6B2800}" presName="parentText" presStyleLbl="node1" presStyleIdx="2" presStyleCnt="4">
        <dgm:presLayoutVars>
          <dgm:chMax val="0"/>
          <dgm:bulletEnabled val="1"/>
        </dgm:presLayoutVars>
      </dgm:prSet>
      <dgm:spPr/>
    </dgm:pt>
    <dgm:pt modelId="{B5709FCC-340E-4C72-BBE1-0D65881306C8}" type="pres">
      <dgm:prSet presAssocID="{B29907A4-0FC3-4AC7-B7E1-AB1FB671522E}" presName="spacer" presStyleCnt="0"/>
      <dgm:spPr/>
    </dgm:pt>
    <dgm:pt modelId="{75BA0EF2-C07E-4FA5-9BEA-0CC27C3E944F}" type="pres">
      <dgm:prSet presAssocID="{7AAAB6B4-0A2B-46F0-A658-0C5DB3AB64E1}" presName="parentText" presStyleLbl="node1" presStyleIdx="3" presStyleCnt="4">
        <dgm:presLayoutVars>
          <dgm:chMax val="0"/>
          <dgm:bulletEnabled val="1"/>
        </dgm:presLayoutVars>
      </dgm:prSet>
      <dgm:spPr/>
    </dgm:pt>
  </dgm:ptLst>
  <dgm:cxnLst>
    <dgm:cxn modelId="{4D482911-14BB-4737-BCB7-FA529303D15F}" srcId="{20703D5F-C1B9-4C0E-B980-306B4DF27C09}" destId="{7AAAB6B4-0A2B-46F0-A658-0C5DB3AB64E1}" srcOrd="3" destOrd="0" parTransId="{56160973-C9FC-486F-90C7-38FC6E73E38E}" sibTransId="{23F6C5AC-5FE0-45AA-AC86-DA2B97CD4052}"/>
    <dgm:cxn modelId="{8904EA11-E529-4C10-AF71-E5AC6B5EF562}" type="presOf" srcId="{8813CF35-1C82-4E8A-9C74-7CF132F314B4}" destId="{86CC888B-6953-4513-891E-727EEDE78612}" srcOrd="0" destOrd="0" presId="urn:microsoft.com/office/officeart/2005/8/layout/vList2"/>
    <dgm:cxn modelId="{579C1745-75DA-412F-BE3E-A994AC353818}" type="presOf" srcId="{444EC5B6-6C42-4D90-90D0-CCAB33D71428}" destId="{67C6E0C7-1219-4EE3-9740-0D962270CF81}" srcOrd="0" destOrd="0" presId="urn:microsoft.com/office/officeart/2005/8/layout/vList2"/>
    <dgm:cxn modelId="{05FF5455-294A-4F96-A1EA-E734E52F9CA3}" type="presOf" srcId="{20703D5F-C1B9-4C0E-B980-306B4DF27C09}" destId="{65B4821F-0F4A-43ED-AD5E-502F9EAE1B88}" srcOrd="0" destOrd="0" presId="urn:microsoft.com/office/officeart/2005/8/layout/vList2"/>
    <dgm:cxn modelId="{5D866179-9DA0-49EE-8CB8-6F8676B65DA9}" srcId="{20703D5F-C1B9-4C0E-B980-306B4DF27C09}" destId="{444EC5B6-6C42-4D90-90D0-CCAB33D71428}" srcOrd="0" destOrd="0" parTransId="{60615506-8AB6-40A0-8B91-6394B328F52C}" sibTransId="{FC33AFEF-5D9D-44F1-A214-A8F34E37A834}"/>
    <dgm:cxn modelId="{A758659B-0287-47A2-8987-2FCC2B2784C2}" srcId="{20703D5F-C1B9-4C0E-B980-306B4DF27C09}" destId="{5AEF5C6C-804C-4B31-A791-1A393C6B2800}" srcOrd="2" destOrd="0" parTransId="{EE1A1FFD-1869-4AAC-8AA5-C5470C17A7F8}" sibTransId="{B29907A4-0FC3-4AC7-B7E1-AB1FB671522E}"/>
    <dgm:cxn modelId="{E37F27BA-9534-48C0-B9A1-576AE8F52BE9}" type="presOf" srcId="{5AEF5C6C-804C-4B31-A791-1A393C6B2800}" destId="{A327FB29-52EA-4888-B744-CFB81497A269}" srcOrd="0" destOrd="0" presId="urn:microsoft.com/office/officeart/2005/8/layout/vList2"/>
    <dgm:cxn modelId="{45427AD1-754E-41C6-A550-F4A88831847D}" srcId="{20703D5F-C1B9-4C0E-B980-306B4DF27C09}" destId="{8813CF35-1C82-4E8A-9C74-7CF132F314B4}" srcOrd="1" destOrd="0" parTransId="{465110F0-C2C5-40C0-A4EC-C7D7C95D281A}" sibTransId="{79655A76-8721-485C-86D3-727DD4E60B48}"/>
    <dgm:cxn modelId="{9F4E62EC-08E5-4A89-99BC-C0FE79965B14}" type="presOf" srcId="{7AAAB6B4-0A2B-46F0-A658-0C5DB3AB64E1}" destId="{75BA0EF2-C07E-4FA5-9BEA-0CC27C3E944F}" srcOrd="0" destOrd="0" presId="urn:microsoft.com/office/officeart/2005/8/layout/vList2"/>
    <dgm:cxn modelId="{661636D6-91A8-4600-8F6E-4F8FB10A74F6}" type="presParOf" srcId="{65B4821F-0F4A-43ED-AD5E-502F9EAE1B88}" destId="{67C6E0C7-1219-4EE3-9740-0D962270CF81}" srcOrd="0" destOrd="0" presId="urn:microsoft.com/office/officeart/2005/8/layout/vList2"/>
    <dgm:cxn modelId="{B0751FA6-201E-4B5C-8255-6BC1D9814C81}" type="presParOf" srcId="{65B4821F-0F4A-43ED-AD5E-502F9EAE1B88}" destId="{05A2F9AB-8A70-4969-AAB6-9C01A577B0BF}" srcOrd="1" destOrd="0" presId="urn:microsoft.com/office/officeart/2005/8/layout/vList2"/>
    <dgm:cxn modelId="{0D59B997-D981-44E6-87B8-2AB0296B22AE}" type="presParOf" srcId="{65B4821F-0F4A-43ED-AD5E-502F9EAE1B88}" destId="{86CC888B-6953-4513-891E-727EEDE78612}" srcOrd="2" destOrd="0" presId="urn:microsoft.com/office/officeart/2005/8/layout/vList2"/>
    <dgm:cxn modelId="{D8C0EA49-CCB7-49FB-8577-EF2A827454F1}" type="presParOf" srcId="{65B4821F-0F4A-43ED-AD5E-502F9EAE1B88}" destId="{53DB3DBA-2FF6-4526-B100-1D4D7F333314}" srcOrd="3" destOrd="0" presId="urn:microsoft.com/office/officeart/2005/8/layout/vList2"/>
    <dgm:cxn modelId="{08782B45-ED90-47BE-9BE5-A6E330F5A29C}" type="presParOf" srcId="{65B4821F-0F4A-43ED-AD5E-502F9EAE1B88}" destId="{A327FB29-52EA-4888-B744-CFB81497A269}" srcOrd="4" destOrd="0" presId="urn:microsoft.com/office/officeart/2005/8/layout/vList2"/>
    <dgm:cxn modelId="{D9970DD2-25E2-47DF-B45C-B46BE42BB970}" type="presParOf" srcId="{65B4821F-0F4A-43ED-AD5E-502F9EAE1B88}" destId="{B5709FCC-340E-4C72-BBE1-0D65881306C8}" srcOrd="5" destOrd="0" presId="urn:microsoft.com/office/officeart/2005/8/layout/vList2"/>
    <dgm:cxn modelId="{B5AE9CE1-A36B-4F24-924A-5A7DE3916AFD}" type="presParOf" srcId="{65B4821F-0F4A-43ED-AD5E-502F9EAE1B88}" destId="{75BA0EF2-C07E-4FA5-9BEA-0CC27C3E944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0C980D0-BBA4-4D0D-84F7-386326CE9800}"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5190826-517D-4559-83DB-98F33303BAD7}">
      <dgm:prSet/>
      <dgm:spPr/>
      <dgm:t>
        <a:bodyPr/>
        <a:lstStyle/>
        <a:p>
          <a:pPr>
            <a:defRPr b="1"/>
          </a:pPr>
          <a:r>
            <a:rPr lang="fr-FR" b="1"/>
            <a:t>Concentrez-vous sur l'enseignement, pas sur l'administration !</a:t>
          </a:r>
          <a:endParaRPr lang="en-US"/>
        </a:p>
      </dgm:t>
    </dgm:pt>
    <dgm:pt modelId="{FCBAD14E-6F37-4F55-B36B-B3394147CBF5}" type="parTrans" cxnId="{5486FC20-F110-43E8-B14C-67CC060B4C3D}">
      <dgm:prSet/>
      <dgm:spPr/>
      <dgm:t>
        <a:bodyPr/>
        <a:lstStyle/>
        <a:p>
          <a:endParaRPr lang="en-US"/>
        </a:p>
      </dgm:t>
    </dgm:pt>
    <dgm:pt modelId="{AEA85EE3-12F1-4048-8801-AD5C787F4A28}" type="sibTrans" cxnId="{5486FC20-F110-43E8-B14C-67CC060B4C3D}">
      <dgm:prSet/>
      <dgm:spPr/>
      <dgm:t>
        <a:bodyPr/>
        <a:lstStyle/>
        <a:p>
          <a:endParaRPr lang="en-US"/>
        </a:p>
      </dgm:t>
    </dgm:pt>
    <dgm:pt modelId="{02C5220B-3766-4C0B-91E5-C0C9F0753008}">
      <dgm:prSet/>
      <dgm:spPr/>
      <dgm:t>
        <a:bodyPr/>
        <a:lstStyle/>
        <a:p>
          <a:pPr>
            <a:defRPr b="1"/>
          </a:pPr>
          <a:r>
            <a:rPr lang="fr-FR" b="1"/>
            <a:t>Suivi pédagogique efficace</a:t>
          </a:r>
          <a:endParaRPr lang="en-US"/>
        </a:p>
      </dgm:t>
    </dgm:pt>
    <dgm:pt modelId="{C3E326D3-D4E2-4F6A-97FA-36C7A051049B}" type="parTrans" cxnId="{421B664D-1E48-4967-BE65-262F0F47045E}">
      <dgm:prSet/>
      <dgm:spPr/>
      <dgm:t>
        <a:bodyPr/>
        <a:lstStyle/>
        <a:p>
          <a:endParaRPr lang="en-US"/>
        </a:p>
      </dgm:t>
    </dgm:pt>
    <dgm:pt modelId="{C89A47A7-3F47-423C-B18F-7D55C026E804}" type="sibTrans" cxnId="{421B664D-1E48-4967-BE65-262F0F47045E}">
      <dgm:prSet/>
      <dgm:spPr/>
      <dgm:t>
        <a:bodyPr/>
        <a:lstStyle/>
        <a:p>
          <a:endParaRPr lang="en-US"/>
        </a:p>
      </dgm:t>
    </dgm:pt>
    <dgm:pt modelId="{01D8EDBE-66F5-495B-95B2-AAFFB26D5D8C}">
      <dgm:prSet/>
      <dgm:spPr/>
      <dgm:t>
        <a:bodyPr/>
        <a:lstStyle/>
        <a:p>
          <a:r>
            <a:rPr lang="fr-FR"/>
            <a:t>Visualisez la progression de chaque élève</a:t>
          </a:r>
          <a:endParaRPr lang="en-US"/>
        </a:p>
      </dgm:t>
    </dgm:pt>
    <dgm:pt modelId="{854BDFA2-927F-4DEA-8374-1679125022EC}" type="parTrans" cxnId="{E32D7E77-BE97-4EE2-B749-307ED5DDA04D}">
      <dgm:prSet/>
      <dgm:spPr/>
      <dgm:t>
        <a:bodyPr/>
        <a:lstStyle/>
        <a:p>
          <a:endParaRPr lang="en-US"/>
        </a:p>
      </dgm:t>
    </dgm:pt>
    <dgm:pt modelId="{6FA284AD-C606-47BC-8299-BFD839792AEE}" type="sibTrans" cxnId="{E32D7E77-BE97-4EE2-B749-307ED5DDA04D}">
      <dgm:prSet/>
      <dgm:spPr/>
      <dgm:t>
        <a:bodyPr/>
        <a:lstStyle/>
        <a:p>
          <a:endParaRPr lang="en-US"/>
        </a:p>
      </dgm:t>
    </dgm:pt>
    <dgm:pt modelId="{C568EB74-C433-44CC-8482-C9A4F684814E}">
      <dgm:prSet/>
      <dgm:spPr/>
      <dgm:t>
        <a:bodyPr/>
        <a:lstStyle/>
        <a:p>
          <a:r>
            <a:rPr lang="fr-FR"/>
            <a:t>Notez les techniques maîtrisées et à travailler</a:t>
          </a:r>
          <a:endParaRPr lang="en-US"/>
        </a:p>
      </dgm:t>
    </dgm:pt>
    <dgm:pt modelId="{4E513604-A15D-48E3-8DE8-370763295298}" type="parTrans" cxnId="{233D8E5F-E2BD-40AC-A61B-AF9656B12FB4}">
      <dgm:prSet/>
      <dgm:spPr/>
      <dgm:t>
        <a:bodyPr/>
        <a:lstStyle/>
        <a:p>
          <a:endParaRPr lang="en-US"/>
        </a:p>
      </dgm:t>
    </dgm:pt>
    <dgm:pt modelId="{4DE92CD4-FA59-4919-BB79-5A938CBD7FE1}" type="sibTrans" cxnId="{233D8E5F-E2BD-40AC-A61B-AF9656B12FB4}">
      <dgm:prSet/>
      <dgm:spPr/>
      <dgm:t>
        <a:bodyPr/>
        <a:lstStyle/>
        <a:p>
          <a:endParaRPr lang="en-US"/>
        </a:p>
      </dgm:t>
    </dgm:pt>
    <dgm:pt modelId="{DB3B2B65-6670-4CA6-AF6A-864B933DAE46}">
      <dgm:prSet/>
      <dgm:spPr/>
      <dgm:t>
        <a:bodyPr/>
        <a:lstStyle/>
        <a:p>
          <a:r>
            <a:rPr lang="fr-FR"/>
            <a:t>Planifiez les passages de grade</a:t>
          </a:r>
          <a:endParaRPr lang="en-US"/>
        </a:p>
      </dgm:t>
    </dgm:pt>
    <dgm:pt modelId="{AC2F3155-F202-4267-8AD1-5A1A7CE6242D}" type="parTrans" cxnId="{910E34E3-9126-4467-A8CF-46079001F62E}">
      <dgm:prSet/>
      <dgm:spPr/>
      <dgm:t>
        <a:bodyPr/>
        <a:lstStyle/>
        <a:p>
          <a:endParaRPr lang="en-US"/>
        </a:p>
      </dgm:t>
    </dgm:pt>
    <dgm:pt modelId="{7AB1D02A-DB44-46C2-80D2-40E955CFA619}" type="sibTrans" cxnId="{910E34E3-9126-4467-A8CF-46079001F62E}">
      <dgm:prSet/>
      <dgm:spPr/>
      <dgm:t>
        <a:bodyPr/>
        <a:lstStyle/>
        <a:p>
          <a:endParaRPr lang="en-US"/>
        </a:p>
      </dgm:t>
    </dgm:pt>
    <dgm:pt modelId="{85C32B50-C978-49EA-A2FB-D2950493ED14}">
      <dgm:prSet/>
      <dgm:spPr/>
      <dgm:t>
        <a:bodyPr/>
        <a:lstStyle/>
        <a:p>
          <a:r>
            <a:rPr lang="fr-FR"/>
            <a:t>Partagez des vidéos techniques avec vos élèves</a:t>
          </a:r>
          <a:endParaRPr lang="en-US"/>
        </a:p>
      </dgm:t>
    </dgm:pt>
    <dgm:pt modelId="{DFD1E0E8-0B62-48E5-A9C8-A2E8DE146EB2}" type="parTrans" cxnId="{7BC91637-941F-4832-96BA-69E44F27B469}">
      <dgm:prSet/>
      <dgm:spPr/>
      <dgm:t>
        <a:bodyPr/>
        <a:lstStyle/>
        <a:p>
          <a:endParaRPr lang="en-US"/>
        </a:p>
      </dgm:t>
    </dgm:pt>
    <dgm:pt modelId="{1A1D7502-8EE5-453C-8A49-5AD2940B6394}" type="sibTrans" cxnId="{7BC91637-941F-4832-96BA-69E44F27B469}">
      <dgm:prSet/>
      <dgm:spPr/>
      <dgm:t>
        <a:bodyPr/>
        <a:lstStyle/>
        <a:p>
          <a:endParaRPr lang="en-US"/>
        </a:p>
      </dgm:t>
    </dgm:pt>
    <dgm:pt modelId="{358EC32E-C16B-4846-97B2-D54A1B907BFB}" type="pres">
      <dgm:prSet presAssocID="{E0C980D0-BBA4-4D0D-84F7-386326CE9800}" presName="root" presStyleCnt="0">
        <dgm:presLayoutVars>
          <dgm:dir/>
          <dgm:resizeHandles val="exact"/>
        </dgm:presLayoutVars>
      </dgm:prSet>
      <dgm:spPr/>
    </dgm:pt>
    <dgm:pt modelId="{D7F04239-9DDF-44AD-937F-8A76A4E0E1F2}" type="pres">
      <dgm:prSet presAssocID="{55190826-517D-4559-83DB-98F33303BAD7}" presName="compNode" presStyleCnt="0"/>
      <dgm:spPr/>
    </dgm:pt>
    <dgm:pt modelId="{CFD52DC5-D433-49E7-9EC3-B756A5EA6D2E}" type="pres">
      <dgm:prSet presAssocID="{55190826-517D-4559-83DB-98F33303BAD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CCDC7E7B-0404-428A-A0CE-87BE1FE6BB22}" type="pres">
      <dgm:prSet presAssocID="{55190826-517D-4559-83DB-98F33303BAD7}" presName="iconSpace" presStyleCnt="0"/>
      <dgm:spPr/>
    </dgm:pt>
    <dgm:pt modelId="{B51F59BD-FF47-4344-94E8-CC4D5F996FB2}" type="pres">
      <dgm:prSet presAssocID="{55190826-517D-4559-83DB-98F33303BAD7}" presName="parTx" presStyleLbl="revTx" presStyleIdx="0" presStyleCnt="4">
        <dgm:presLayoutVars>
          <dgm:chMax val="0"/>
          <dgm:chPref val="0"/>
        </dgm:presLayoutVars>
      </dgm:prSet>
      <dgm:spPr/>
    </dgm:pt>
    <dgm:pt modelId="{9A33C99A-21BF-44BA-8912-DD7D112ECD25}" type="pres">
      <dgm:prSet presAssocID="{55190826-517D-4559-83DB-98F33303BAD7}" presName="txSpace" presStyleCnt="0"/>
      <dgm:spPr/>
    </dgm:pt>
    <dgm:pt modelId="{368382DB-4EBF-42F4-898F-6F676D538BCD}" type="pres">
      <dgm:prSet presAssocID="{55190826-517D-4559-83DB-98F33303BAD7}" presName="desTx" presStyleLbl="revTx" presStyleIdx="1" presStyleCnt="4">
        <dgm:presLayoutVars/>
      </dgm:prSet>
      <dgm:spPr/>
    </dgm:pt>
    <dgm:pt modelId="{86C4C6B0-89A5-45E6-9982-4E607C9FFC2E}" type="pres">
      <dgm:prSet presAssocID="{AEA85EE3-12F1-4048-8801-AD5C787F4A28}" presName="sibTrans" presStyleCnt="0"/>
      <dgm:spPr/>
    </dgm:pt>
    <dgm:pt modelId="{3A047E3C-1D5F-4180-8CF5-5314AE05BEF1}" type="pres">
      <dgm:prSet presAssocID="{02C5220B-3766-4C0B-91E5-C0C9F0753008}" presName="compNode" presStyleCnt="0"/>
      <dgm:spPr/>
    </dgm:pt>
    <dgm:pt modelId="{FAE6A5F5-A072-4C87-B052-EAE49D783A9D}" type="pres">
      <dgm:prSet presAssocID="{02C5220B-3766-4C0B-91E5-C0C9F075300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e"/>
        </a:ext>
      </dgm:extLst>
    </dgm:pt>
    <dgm:pt modelId="{38ED5161-E029-4AE3-8964-2460037F1571}" type="pres">
      <dgm:prSet presAssocID="{02C5220B-3766-4C0B-91E5-C0C9F0753008}" presName="iconSpace" presStyleCnt="0"/>
      <dgm:spPr/>
    </dgm:pt>
    <dgm:pt modelId="{2DDDC88D-DF56-4697-B97A-5EE9C0E64A9B}" type="pres">
      <dgm:prSet presAssocID="{02C5220B-3766-4C0B-91E5-C0C9F0753008}" presName="parTx" presStyleLbl="revTx" presStyleIdx="2" presStyleCnt="4">
        <dgm:presLayoutVars>
          <dgm:chMax val="0"/>
          <dgm:chPref val="0"/>
        </dgm:presLayoutVars>
      </dgm:prSet>
      <dgm:spPr/>
    </dgm:pt>
    <dgm:pt modelId="{6A1DD602-9144-4545-BFD6-8EBB578571E1}" type="pres">
      <dgm:prSet presAssocID="{02C5220B-3766-4C0B-91E5-C0C9F0753008}" presName="txSpace" presStyleCnt="0"/>
      <dgm:spPr/>
    </dgm:pt>
    <dgm:pt modelId="{29422D90-35E2-407A-AA9C-AD6563754D07}" type="pres">
      <dgm:prSet presAssocID="{02C5220B-3766-4C0B-91E5-C0C9F0753008}" presName="desTx" presStyleLbl="revTx" presStyleIdx="3" presStyleCnt="4">
        <dgm:presLayoutVars/>
      </dgm:prSet>
      <dgm:spPr/>
    </dgm:pt>
  </dgm:ptLst>
  <dgm:cxnLst>
    <dgm:cxn modelId="{93B2A903-2797-4BB6-9A3C-5E8E197C780C}" type="presOf" srcId="{E0C980D0-BBA4-4D0D-84F7-386326CE9800}" destId="{358EC32E-C16B-4846-97B2-D54A1B907BFB}" srcOrd="0" destOrd="0" presId="urn:microsoft.com/office/officeart/2018/5/layout/CenteredIconLabelDescriptionList"/>
    <dgm:cxn modelId="{B7E50D0B-2D37-40FE-A980-D74E4F020685}" type="presOf" srcId="{55190826-517D-4559-83DB-98F33303BAD7}" destId="{B51F59BD-FF47-4344-94E8-CC4D5F996FB2}" srcOrd="0" destOrd="0" presId="urn:microsoft.com/office/officeart/2018/5/layout/CenteredIconLabelDescriptionList"/>
    <dgm:cxn modelId="{5486FC20-F110-43E8-B14C-67CC060B4C3D}" srcId="{E0C980D0-BBA4-4D0D-84F7-386326CE9800}" destId="{55190826-517D-4559-83DB-98F33303BAD7}" srcOrd="0" destOrd="0" parTransId="{FCBAD14E-6F37-4F55-B36B-B3394147CBF5}" sibTransId="{AEA85EE3-12F1-4048-8801-AD5C787F4A28}"/>
    <dgm:cxn modelId="{7BC91637-941F-4832-96BA-69E44F27B469}" srcId="{02C5220B-3766-4C0B-91E5-C0C9F0753008}" destId="{85C32B50-C978-49EA-A2FB-D2950493ED14}" srcOrd="3" destOrd="0" parTransId="{DFD1E0E8-0B62-48E5-A9C8-A2E8DE146EB2}" sibTransId="{1A1D7502-8EE5-453C-8A49-5AD2940B6394}"/>
    <dgm:cxn modelId="{233D8E5F-E2BD-40AC-A61B-AF9656B12FB4}" srcId="{02C5220B-3766-4C0B-91E5-C0C9F0753008}" destId="{C568EB74-C433-44CC-8482-C9A4F684814E}" srcOrd="1" destOrd="0" parTransId="{4E513604-A15D-48E3-8DE8-370763295298}" sibTransId="{4DE92CD4-FA59-4919-BB79-5A938CBD7FE1}"/>
    <dgm:cxn modelId="{421B664D-1E48-4967-BE65-262F0F47045E}" srcId="{E0C980D0-BBA4-4D0D-84F7-386326CE9800}" destId="{02C5220B-3766-4C0B-91E5-C0C9F0753008}" srcOrd="1" destOrd="0" parTransId="{C3E326D3-D4E2-4F6A-97FA-36C7A051049B}" sibTransId="{C89A47A7-3F47-423C-B18F-7D55C026E804}"/>
    <dgm:cxn modelId="{2CFC4E55-DF63-41C5-A7E5-F5D55C377B09}" type="presOf" srcId="{DB3B2B65-6670-4CA6-AF6A-864B933DAE46}" destId="{29422D90-35E2-407A-AA9C-AD6563754D07}" srcOrd="0" destOrd="2" presId="urn:microsoft.com/office/officeart/2018/5/layout/CenteredIconLabelDescriptionList"/>
    <dgm:cxn modelId="{E32D7E77-BE97-4EE2-B749-307ED5DDA04D}" srcId="{02C5220B-3766-4C0B-91E5-C0C9F0753008}" destId="{01D8EDBE-66F5-495B-95B2-AAFFB26D5D8C}" srcOrd="0" destOrd="0" parTransId="{854BDFA2-927F-4DEA-8374-1679125022EC}" sibTransId="{6FA284AD-C606-47BC-8299-BFD839792AEE}"/>
    <dgm:cxn modelId="{009DDEAF-69A3-4AEA-BF4A-DC041B076738}" type="presOf" srcId="{02C5220B-3766-4C0B-91E5-C0C9F0753008}" destId="{2DDDC88D-DF56-4697-B97A-5EE9C0E64A9B}" srcOrd="0" destOrd="0" presId="urn:microsoft.com/office/officeart/2018/5/layout/CenteredIconLabelDescriptionList"/>
    <dgm:cxn modelId="{456BCBB6-1079-40D3-AEE1-E48CF768AC74}" type="presOf" srcId="{85C32B50-C978-49EA-A2FB-D2950493ED14}" destId="{29422D90-35E2-407A-AA9C-AD6563754D07}" srcOrd="0" destOrd="3" presId="urn:microsoft.com/office/officeart/2018/5/layout/CenteredIconLabelDescriptionList"/>
    <dgm:cxn modelId="{CFC22CBC-D10C-47B0-96CF-E91EA495B6D0}" type="presOf" srcId="{C568EB74-C433-44CC-8482-C9A4F684814E}" destId="{29422D90-35E2-407A-AA9C-AD6563754D07}" srcOrd="0" destOrd="1" presId="urn:microsoft.com/office/officeart/2018/5/layout/CenteredIconLabelDescriptionList"/>
    <dgm:cxn modelId="{C6656EC1-642D-4364-AB69-14A8090E7B10}" type="presOf" srcId="{01D8EDBE-66F5-495B-95B2-AAFFB26D5D8C}" destId="{29422D90-35E2-407A-AA9C-AD6563754D07}" srcOrd="0" destOrd="0" presId="urn:microsoft.com/office/officeart/2018/5/layout/CenteredIconLabelDescriptionList"/>
    <dgm:cxn modelId="{910E34E3-9126-4467-A8CF-46079001F62E}" srcId="{02C5220B-3766-4C0B-91E5-C0C9F0753008}" destId="{DB3B2B65-6670-4CA6-AF6A-864B933DAE46}" srcOrd="2" destOrd="0" parTransId="{AC2F3155-F202-4267-8AD1-5A1A7CE6242D}" sibTransId="{7AB1D02A-DB44-46C2-80D2-40E955CFA619}"/>
    <dgm:cxn modelId="{F54E17A2-C65D-4F3D-9060-734C947A5689}" type="presParOf" srcId="{358EC32E-C16B-4846-97B2-D54A1B907BFB}" destId="{D7F04239-9DDF-44AD-937F-8A76A4E0E1F2}" srcOrd="0" destOrd="0" presId="urn:microsoft.com/office/officeart/2018/5/layout/CenteredIconLabelDescriptionList"/>
    <dgm:cxn modelId="{595819E9-31CE-4B5F-93C1-0A81226B8886}" type="presParOf" srcId="{D7F04239-9DDF-44AD-937F-8A76A4E0E1F2}" destId="{CFD52DC5-D433-49E7-9EC3-B756A5EA6D2E}" srcOrd="0" destOrd="0" presId="urn:microsoft.com/office/officeart/2018/5/layout/CenteredIconLabelDescriptionList"/>
    <dgm:cxn modelId="{E730B957-F64B-4F41-8274-BAB8180607B7}" type="presParOf" srcId="{D7F04239-9DDF-44AD-937F-8A76A4E0E1F2}" destId="{CCDC7E7B-0404-428A-A0CE-87BE1FE6BB22}" srcOrd="1" destOrd="0" presId="urn:microsoft.com/office/officeart/2018/5/layout/CenteredIconLabelDescriptionList"/>
    <dgm:cxn modelId="{0BED6A91-5EE3-4B30-8F0D-49D255C4E92A}" type="presParOf" srcId="{D7F04239-9DDF-44AD-937F-8A76A4E0E1F2}" destId="{B51F59BD-FF47-4344-94E8-CC4D5F996FB2}" srcOrd="2" destOrd="0" presId="urn:microsoft.com/office/officeart/2018/5/layout/CenteredIconLabelDescriptionList"/>
    <dgm:cxn modelId="{5A8AE2CB-4C16-4A6B-BCBD-6CB309CE2C02}" type="presParOf" srcId="{D7F04239-9DDF-44AD-937F-8A76A4E0E1F2}" destId="{9A33C99A-21BF-44BA-8912-DD7D112ECD25}" srcOrd="3" destOrd="0" presId="urn:microsoft.com/office/officeart/2018/5/layout/CenteredIconLabelDescriptionList"/>
    <dgm:cxn modelId="{DC1084E0-86BF-4730-9280-E10AE256CC20}" type="presParOf" srcId="{D7F04239-9DDF-44AD-937F-8A76A4E0E1F2}" destId="{368382DB-4EBF-42F4-898F-6F676D538BCD}" srcOrd="4" destOrd="0" presId="urn:microsoft.com/office/officeart/2018/5/layout/CenteredIconLabelDescriptionList"/>
    <dgm:cxn modelId="{F6E1BB39-205A-46D7-902A-0B86D5E50B1A}" type="presParOf" srcId="{358EC32E-C16B-4846-97B2-D54A1B907BFB}" destId="{86C4C6B0-89A5-45E6-9982-4E607C9FFC2E}" srcOrd="1" destOrd="0" presId="urn:microsoft.com/office/officeart/2018/5/layout/CenteredIconLabelDescriptionList"/>
    <dgm:cxn modelId="{1BF97CEF-7F32-49AE-A936-7B01ADBE55D4}" type="presParOf" srcId="{358EC32E-C16B-4846-97B2-D54A1B907BFB}" destId="{3A047E3C-1D5F-4180-8CF5-5314AE05BEF1}" srcOrd="2" destOrd="0" presId="urn:microsoft.com/office/officeart/2018/5/layout/CenteredIconLabelDescriptionList"/>
    <dgm:cxn modelId="{14ABDCC3-503E-4BF2-9802-B374A64CB56F}" type="presParOf" srcId="{3A047E3C-1D5F-4180-8CF5-5314AE05BEF1}" destId="{FAE6A5F5-A072-4C87-B052-EAE49D783A9D}" srcOrd="0" destOrd="0" presId="urn:microsoft.com/office/officeart/2018/5/layout/CenteredIconLabelDescriptionList"/>
    <dgm:cxn modelId="{8263C8CA-CF30-4E71-8233-05765B6AABD5}" type="presParOf" srcId="{3A047E3C-1D5F-4180-8CF5-5314AE05BEF1}" destId="{38ED5161-E029-4AE3-8964-2460037F1571}" srcOrd="1" destOrd="0" presId="urn:microsoft.com/office/officeart/2018/5/layout/CenteredIconLabelDescriptionList"/>
    <dgm:cxn modelId="{7FB6A184-CED4-454F-A989-0D2DF5D09053}" type="presParOf" srcId="{3A047E3C-1D5F-4180-8CF5-5314AE05BEF1}" destId="{2DDDC88D-DF56-4697-B97A-5EE9C0E64A9B}" srcOrd="2" destOrd="0" presId="urn:microsoft.com/office/officeart/2018/5/layout/CenteredIconLabelDescriptionList"/>
    <dgm:cxn modelId="{8A7AED07-0AEB-4CFD-A1DB-15CB33DAF356}" type="presParOf" srcId="{3A047E3C-1D5F-4180-8CF5-5314AE05BEF1}" destId="{6A1DD602-9144-4545-BFD6-8EBB578571E1}" srcOrd="3" destOrd="0" presId="urn:microsoft.com/office/officeart/2018/5/layout/CenteredIconLabelDescriptionList"/>
    <dgm:cxn modelId="{8AB2FCE5-ED0B-4A8F-B03C-3021E7388396}" type="presParOf" srcId="{3A047E3C-1D5F-4180-8CF5-5314AE05BEF1}" destId="{29422D90-35E2-407A-AA9C-AD6563754D07}"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BB5B65F-73A6-4D29-9FA3-2B7C0E21263B}"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E7287C65-F94F-4F75-A971-E1833660C032}">
      <dgm:prSet/>
      <dgm:spPr/>
      <dgm:t>
        <a:bodyPr/>
        <a:lstStyle/>
        <a:p>
          <a:pPr>
            <a:defRPr cap="all"/>
          </a:pPr>
          <a:r>
            <a:rPr lang="fr-FR" b="0" i="0" baseline="0"/>
            <a:t>Accédez à une base documentaire structurée pour votre discipline </a:t>
          </a:r>
          <a:endParaRPr lang="en-US"/>
        </a:p>
      </dgm:t>
    </dgm:pt>
    <dgm:pt modelId="{9238EB10-D9E3-453E-9B5C-6F116B5BB90E}" type="parTrans" cxnId="{6198576E-4F99-429F-B604-02B7DC01C481}">
      <dgm:prSet/>
      <dgm:spPr/>
      <dgm:t>
        <a:bodyPr/>
        <a:lstStyle/>
        <a:p>
          <a:endParaRPr lang="en-US"/>
        </a:p>
      </dgm:t>
    </dgm:pt>
    <dgm:pt modelId="{1EF0F776-C2DC-4A91-A0F8-E20C72373148}" type="sibTrans" cxnId="{6198576E-4F99-429F-B604-02B7DC01C481}">
      <dgm:prSet/>
      <dgm:spPr/>
      <dgm:t>
        <a:bodyPr/>
        <a:lstStyle/>
        <a:p>
          <a:endParaRPr lang="en-US"/>
        </a:p>
      </dgm:t>
    </dgm:pt>
    <dgm:pt modelId="{4E7CEFCE-CA1C-4C2D-B04D-5BC33958237D}">
      <dgm:prSet/>
      <dgm:spPr/>
      <dgm:t>
        <a:bodyPr/>
        <a:lstStyle/>
        <a:p>
          <a:pPr>
            <a:defRPr cap="all"/>
          </a:pPr>
          <a:r>
            <a:rPr lang="fr-FR" b="0" i="0" baseline="0"/>
            <a:t>Partagez des vidéos techniques avec annotations </a:t>
          </a:r>
          <a:endParaRPr lang="en-US"/>
        </a:p>
      </dgm:t>
    </dgm:pt>
    <dgm:pt modelId="{003732F3-9928-4A5A-B204-99CCFA936C6E}" type="parTrans" cxnId="{3E593535-7AF6-4BB5-B4A1-765035DEE604}">
      <dgm:prSet/>
      <dgm:spPr/>
      <dgm:t>
        <a:bodyPr/>
        <a:lstStyle/>
        <a:p>
          <a:endParaRPr lang="en-US"/>
        </a:p>
      </dgm:t>
    </dgm:pt>
    <dgm:pt modelId="{2DBA7B9F-7C82-48DC-9F9C-02BCE2130067}" type="sibTrans" cxnId="{3E593535-7AF6-4BB5-B4A1-765035DEE604}">
      <dgm:prSet/>
      <dgm:spPr/>
      <dgm:t>
        <a:bodyPr/>
        <a:lstStyle/>
        <a:p>
          <a:endParaRPr lang="en-US"/>
        </a:p>
      </dgm:t>
    </dgm:pt>
    <dgm:pt modelId="{55A2DD44-1DEA-4A3B-8577-678C46FA7E0A}">
      <dgm:prSet/>
      <dgm:spPr/>
      <dgm:t>
        <a:bodyPr/>
        <a:lstStyle/>
        <a:p>
          <a:pPr>
            <a:defRPr cap="all"/>
          </a:pPr>
          <a:r>
            <a:rPr lang="fr-FR" b="0" i="0" baseline="0"/>
            <a:t>Stockez des diagrammes de mouvements et syllabus techniques </a:t>
          </a:r>
          <a:endParaRPr lang="en-US"/>
        </a:p>
      </dgm:t>
    </dgm:pt>
    <dgm:pt modelId="{A6BC2429-A151-4E3A-855F-B2AC469E96B1}" type="parTrans" cxnId="{55C74D95-F602-4036-9DF7-A18A91CDEEE8}">
      <dgm:prSet/>
      <dgm:spPr/>
      <dgm:t>
        <a:bodyPr/>
        <a:lstStyle/>
        <a:p>
          <a:endParaRPr lang="en-US"/>
        </a:p>
      </dgm:t>
    </dgm:pt>
    <dgm:pt modelId="{8412FD40-D17E-4A84-8B22-5E6973FE3F79}" type="sibTrans" cxnId="{55C74D95-F602-4036-9DF7-A18A91CDEEE8}">
      <dgm:prSet/>
      <dgm:spPr/>
      <dgm:t>
        <a:bodyPr/>
        <a:lstStyle/>
        <a:p>
          <a:endParaRPr lang="en-US"/>
        </a:p>
      </dgm:t>
    </dgm:pt>
    <dgm:pt modelId="{DA90DD73-049B-4310-B7A3-4F6F7B1482E8}">
      <dgm:prSet/>
      <dgm:spPr/>
      <dgm:t>
        <a:bodyPr/>
        <a:lstStyle/>
        <a:p>
          <a:pPr>
            <a:defRPr cap="all"/>
          </a:pPr>
          <a:r>
            <a:rPr lang="fr-FR" b="0" i="0" baseline="0"/>
            <a:t>Créez des programmes d'entraînement personnalisés </a:t>
          </a:r>
          <a:endParaRPr lang="en-US"/>
        </a:p>
      </dgm:t>
    </dgm:pt>
    <dgm:pt modelId="{E5B99A3B-A86B-4FD2-A794-F3940964801F}" type="parTrans" cxnId="{1E86B194-2B80-4EFA-8A85-3D532D2B2A47}">
      <dgm:prSet/>
      <dgm:spPr/>
      <dgm:t>
        <a:bodyPr/>
        <a:lstStyle/>
        <a:p>
          <a:endParaRPr lang="en-US"/>
        </a:p>
      </dgm:t>
    </dgm:pt>
    <dgm:pt modelId="{5AB83E21-71D8-48EB-8519-2815D4B163C4}" type="sibTrans" cxnId="{1E86B194-2B80-4EFA-8A85-3D532D2B2A47}">
      <dgm:prSet/>
      <dgm:spPr/>
      <dgm:t>
        <a:bodyPr/>
        <a:lstStyle/>
        <a:p>
          <a:endParaRPr lang="en-US"/>
        </a:p>
      </dgm:t>
    </dgm:pt>
    <dgm:pt modelId="{9FB0A075-88DE-4DA4-B62F-035FCBC04348}">
      <dgm:prSet/>
      <dgm:spPr/>
      <dgm:t>
        <a:bodyPr/>
        <a:lstStyle/>
        <a:p>
          <a:pPr>
            <a:defRPr cap="all"/>
          </a:pPr>
          <a:r>
            <a:rPr lang="fr-FR" b="0" i="0" baseline="0"/>
            <a:t>Organisez vos documents par niveaux et catégories </a:t>
          </a:r>
          <a:endParaRPr lang="en-US"/>
        </a:p>
      </dgm:t>
    </dgm:pt>
    <dgm:pt modelId="{E3C6847E-7FE6-4B99-AC9D-EC7C2024297E}" type="parTrans" cxnId="{2C82022F-A308-42DF-AA9C-68C3435F8560}">
      <dgm:prSet/>
      <dgm:spPr/>
      <dgm:t>
        <a:bodyPr/>
        <a:lstStyle/>
        <a:p>
          <a:endParaRPr lang="en-US"/>
        </a:p>
      </dgm:t>
    </dgm:pt>
    <dgm:pt modelId="{4D5FA28B-1C7F-4AB3-8EA4-43376FFDA6E8}" type="sibTrans" cxnId="{2C82022F-A308-42DF-AA9C-68C3435F8560}">
      <dgm:prSet/>
      <dgm:spPr/>
      <dgm:t>
        <a:bodyPr/>
        <a:lstStyle/>
        <a:p>
          <a:endParaRPr lang="en-US"/>
        </a:p>
      </dgm:t>
    </dgm:pt>
    <dgm:pt modelId="{A081DFAB-3AA5-4EE5-98C0-56B7FEEA0F60}" type="pres">
      <dgm:prSet presAssocID="{EBB5B65F-73A6-4D29-9FA3-2B7C0E21263B}" presName="root" presStyleCnt="0">
        <dgm:presLayoutVars>
          <dgm:dir/>
          <dgm:resizeHandles val="exact"/>
        </dgm:presLayoutVars>
      </dgm:prSet>
      <dgm:spPr/>
    </dgm:pt>
    <dgm:pt modelId="{7FE5F57F-3876-45DF-A5C0-F9B6E8ACF7AE}" type="pres">
      <dgm:prSet presAssocID="{E7287C65-F94F-4F75-A971-E1833660C032}" presName="compNode" presStyleCnt="0"/>
      <dgm:spPr/>
    </dgm:pt>
    <dgm:pt modelId="{0FF4A867-4E73-4FAF-B90D-05BBB58D6EC8}" type="pres">
      <dgm:prSet presAssocID="{E7287C65-F94F-4F75-A971-E1833660C032}" presName="iconBgRect" presStyleLbl="bgShp" presStyleIdx="0" presStyleCnt="5"/>
      <dgm:spPr/>
    </dgm:pt>
    <dgm:pt modelId="{28F0E180-33CB-4F0A-888E-6917A8B319EC}" type="pres">
      <dgm:prSet presAssocID="{E7287C65-F94F-4F75-A971-E1833660C03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A33C7D44-8AB8-4A90-8672-BC07AA505604}" type="pres">
      <dgm:prSet presAssocID="{E7287C65-F94F-4F75-A971-E1833660C032}" presName="spaceRect" presStyleCnt="0"/>
      <dgm:spPr/>
    </dgm:pt>
    <dgm:pt modelId="{4B05F7F8-152A-4A76-A2E0-BCAE76CC9337}" type="pres">
      <dgm:prSet presAssocID="{E7287C65-F94F-4F75-A971-E1833660C032}" presName="textRect" presStyleLbl="revTx" presStyleIdx="0" presStyleCnt="5">
        <dgm:presLayoutVars>
          <dgm:chMax val="1"/>
          <dgm:chPref val="1"/>
        </dgm:presLayoutVars>
      </dgm:prSet>
      <dgm:spPr/>
    </dgm:pt>
    <dgm:pt modelId="{9B246EC4-0E5F-4FF5-8CF7-E4A7102F5EC0}" type="pres">
      <dgm:prSet presAssocID="{1EF0F776-C2DC-4A91-A0F8-E20C72373148}" presName="sibTrans" presStyleCnt="0"/>
      <dgm:spPr/>
    </dgm:pt>
    <dgm:pt modelId="{48D7580A-7E99-4FA1-B8FC-8B3941F107D8}" type="pres">
      <dgm:prSet presAssocID="{4E7CEFCE-CA1C-4C2D-B04D-5BC33958237D}" presName="compNode" presStyleCnt="0"/>
      <dgm:spPr/>
    </dgm:pt>
    <dgm:pt modelId="{B58044ED-130B-4427-94B5-4AD2447FEFFA}" type="pres">
      <dgm:prSet presAssocID="{4E7CEFCE-CA1C-4C2D-B04D-5BC33958237D}" presName="iconBgRect" presStyleLbl="bgShp" presStyleIdx="1" presStyleCnt="5"/>
      <dgm:spPr/>
    </dgm:pt>
    <dgm:pt modelId="{758B3074-4B16-4BAB-8C89-D17AB6DEDFBB}" type="pres">
      <dgm:prSet presAssocID="{4E7CEFCE-CA1C-4C2D-B04D-5BC33958237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ideo camera"/>
        </a:ext>
      </dgm:extLst>
    </dgm:pt>
    <dgm:pt modelId="{8A477923-BEC7-4461-A8E1-1BB39041BCE9}" type="pres">
      <dgm:prSet presAssocID="{4E7CEFCE-CA1C-4C2D-B04D-5BC33958237D}" presName="spaceRect" presStyleCnt="0"/>
      <dgm:spPr/>
    </dgm:pt>
    <dgm:pt modelId="{728D2B6F-104E-4F3E-97BC-9FB2FB668733}" type="pres">
      <dgm:prSet presAssocID="{4E7CEFCE-CA1C-4C2D-B04D-5BC33958237D}" presName="textRect" presStyleLbl="revTx" presStyleIdx="1" presStyleCnt="5">
        <dgm:presLayoutVars>
          <dgm:chMax val="1"/>
          <dgm:chPref val="1"/>
        </dgm:presLayoutVars>
      </dgm:prSet>
      <dgm:spPr/>
    </dgm:pt>
    <dgm:pt modelId="{8AADA713-76A7-4AF5-8D30-EBEB3E4932D5}" type="pres">
      <dgm:prSet presAssocID="{2DBA7B9F-7C82-48DC-9F9C-02BCE2130067}" presName="sibTrans" presStyleCnt="0"/>
      <dgm:spPr/>
    </dgm:pt>
    <dgm:pt modelId="{B311BE3B-2B59-421F-BCF8-48B673C941EF}" type="pres">
      <dgm:prSet presAssocID="{55A2DD44-1DEA-4A3B-8577-678C46FA7E0A}" presName="compNode" presStyleCnt="0"/>
      <dgm:spPr/>
    </dgm:pt>
    <dgm:pt modelId="{A61B2C3A-053D-44CB-90B3-B0E325951F52}" type="pres">
      <dgm:prSet presAssocID="{55A2DD44-1DEA-4A3B-8577-678C46FA7E0A}" presName="iconBgRect" presStyleLbl="bgShp" presStyleIdx="2" presStyleCnt="5"/>
      <dgm:spPr/>
    </dgm:pt>
    <dgm:pt modelId="{5016798E-FC4C-4D46-99A4-75932CC9C040}" type="pres">
      <dgm:prSet presAssocID="{55A2DD44-1DEA-4A3B-8577-678C46FA7E0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302EC73E-7659-4DD7-B212-72385BE8F43E}" type="pres">
      <dgm:prSet presAssocID="{55A2DD44-1DEA-4A3B-8577-678C46FA7E0A}" presName="spaceRect" presStyleCnt="0"/>
      <dgm:spPr/>
    </dgm:pt>
    <dgm:pt modelId="{2DA14DB4-9C6D-44FF-B83F-97D246DDD28C}" type="pres">
      <dgm:prSet presAssocID="{55A2DD44-1DEA-4A3B-8577-678C46FA7E0A}" presName="textRect" presStyleLbl="revTx" presStyleIdx="2" presStyleCnt="5">
        <dgm:presLayoutVars>
          <dgm:chMax val="1"/>
          <dgm:chPref val="1"/>
        </dgm:presLayoutVars>
      </dgm:prSet>
      <dgm:spPr/>
    </dgm:pt>
    <dgm:pt modelId="{3A9D1C44-4BBB-48D0-855D-560FEADC058A}" type="pres">
      <dgm:prSet presAssocID="{8412FD40-D17E-4A84-8B22-5E6973FE3F79}" presName="sibTrans" presStyleCnt="0"/>
      <dgm:spPr/>
    </dgm:pt>
    <dgm:pt modelId="{A03530E2-EEE9-461A-94ED-A61980282116}" type="pres">
      <dgm:prSet presAssocID="{DA90DD73-049B-4310-B7A3-4F6F7B1482E8}" presName="compNode" presStyleCnt="0"/>
      <dgm:spPr/>
    </dgm:pt>
    <dgm:pt modelId="{FFBE3838-A00E-4266-A80C-79E5681DE351}" type="pres">
      <dgm:prSet presAssocID="{DA90DD73-049B-4310-B7A3-4F6F7B1482E8}" presName="iconBgRect" presStyleLbl="bgShp" presStyleIdx="3" presStyleCnt="5"/>
      <dgm:spPr/>
    </dgm:pt>
    <dgm:pt modelId="{542346EC-8DBE-4C9C-8F37-7416C4EEACAD}" type="pres">
      <dgm:prSet presAssocID="{DA90DD73-049B-4310-B7A3-4F6F7B1482E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tilisateur"/>
        </a:ext>
      </dgm:extLst>
    </dgm:pt>
    <dgm:pt modelId="{D7D3CEE1-E990-4977-BEFF-CD878D69C20C}" type="pres">
      <dgm:prSet presAssocID="{DA90DD73-049B-4310-B7A3-4F6F7B1482E8}" presName="spaceRect" presStyleCnt="0"/>
      <dgm:spPr/>
    </dgm:pt>
    <dgm:pt modelId="{BEEEAE35-7FF2-4C1B-9A5A-6E54CB31861E}" type="pres">
      <dgm:prSet presAssocID="{DA90DD73-049B-4310-B7A3-4F6F7B1482E8}" presName="textRect" presStyleLbl="revTx" presStyleIdx="3" presStyleCnt="5">
        <dgm:presLayoutVars>
          <dgm:chMax val="1"/>
          <dgm:chPref val="1"/>
        </dgm:presLayoutVars>
      </dgm:prSet>
      <dgm:spPr/>
    </dgm:pt>
    <dgm:pt modelId="{45C460AA-201B-45E7-9D40-9EA64748B04F}" type="pres">
      <dgm:prSet presAssocID="{5AB83E21-71D8-48EB-8519-2815D4B163C4}" presName="sibTrans" presStyleCnt="0"/>
      <dgm:spPr/>
    </dgm:pt>
    <dgm:pt modelId="{A8C92764-314A-4BCB-B666-5BBB4DDD8D4A}" type="pres">
      <dgm:prSet presAssocID="{9FB0A075-88DE-4DA4-B62F-035FCBC04348}" presName="compNode" presStyleCnt="0"/>
      <dgm:spPr/>
    </dgm:pt>
    <dgm:pt modelId="{1AD9CC0B-3A84-44A6-9161-9B05DCB770B6}" type="pres">
      <dgm:prSet presAssocID="{9FB0A075-88DE-4DA4-B62F-035FCBC04348}" presName="iconBgRect" presStyleLbl="bgShp" presStyleIdx="4" presStyleCnt="5"/>
      <dgm:spPr/>
    </dgm:pt>
    <dgm:pt modelId="{C6FF486E-D660-4ACF-A37D-1C27ACD875F9}" type="pres">
      <dgm:prSet presAssocID="{9FB0A075-88DE-4DA4-B62F-035FCBC04348}"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Open Folder"/>
        </a:ext>
      </dgm:extLst>
    </dgm:pt>
    <dgm:pt modelId="{874CA607-FBCA-4B22-86A2-338B04BDB5F2}" type="pres">
      <dgm:prSet presAssocID="{9FB0A075-88DE-4DA4-B62F-035FCBC04348}" presName="spaceRect" presStyleCnt="0"/>
      <dgm:spPr/>
    </dgm:pt>
    <dgm:pt modelId="{2D1CA11D-099C-4521-AA6C-3C1EEAF89C1D}" type="pres">
      <dgm:prSet presAssocID="{9FB0A075-88DE-4DA4-B62F-035FCBC04348}" presName="textRect" presStyleLbl="revTx" presStyleIdx="4" presStyleCnt="5">
        <dgm:presLayoutVars>
          <dgm:chMax val="1"/>
          <dgm:chPref val="1"/>
        </dgm:presLayoutVars>
      </dgm:prSet>
      <dgm:spPr/>
    </dgm:pt>
  </dgm:ptLst>
  <dgm:cxnLst>
    <dgm:cxn modelId="{DAB9612D-9EBA-4491-918E-16EA93020BF1}" type="presOf" srcId="{EBB5B65F-73A6-4D29-9FA3-2B7C0E21263B}" destId="{A081DFAB-3AA5-4EE5-98C0-56B7FEEA0F60}" srcOrd="0" destOrd="0" presId="urn:microsoft.com/office/officeart/2018/5/layout/IconCircleLabelList"/>
    <dgm:cxn modelId="{2C82022F-A308-42DF-AA9C-68C3435F8560}" srcId="{EBB5B65F-73A6-4D29-9FA3-2B7C0E21263B}" destId="{9FB0A075-88DE-4DA4-B62F-035FCBC04348}" srcOrd="4" destOrd="0" parTransId="{E3C6847E-7FE6-4B99-AC9D-EC7C2024297E}" sibTransId="{4D5FA28B-1C7F-4AB3-8EA4-43376FFDA6E8}"/>
    <dgm:cxn modelId="{3E593535-7AF6-4BB5-B4A1-765035DEE604}" srcId="{EBB5B65F-73A6-4D29-9FA3-2B7C0E21263B}" destId="{4E7CEFCE-CA1C-4C2D-B04D-5BC33958237D}" srcOrd="1" destOrd="0" parTransId="{003732F3-9928-4A5A-B204-99CCFA936C6E}" sibTransId="{2DBA7B9F-7C82-48DC-9F9C-02BCE2130067}"/>
    <dgm:cxn modelId="{2560B13B-4C38-454A-9432-19EB91A39ED3}" type="presOf" srcId="{4E7CEFCE-CA1C-4C2D-B04D-5BC33958237D}" destId="{728D2B6F-104E-4F3E-97BC-9FB2FB668733}" srcOrd="0" destOrd="0" presId="urn:microsoft.com/office/officeart/2018/5/layout/IconCircleLabelList"/>
    <dgm:cxn modelId="{0FBC8065-2C70-4E89-8D1F-29ADCB11747D}" type="presOf" srcId="{E7287C65-F94F-4F75-A971-E1833660C032}" destId="{4B05F7F8-152A-4A76-A2E0-BCAE76CC9337}" srcOrd="0" destOrd="0" presId="urn:microsoft.com/office/officeart/2018/5/layout/IconCircleLabelList"/>
    <dgm:cxn modelId="{6198576E-4F99-429F-B604-02B7DC01C481}" srcId="{EBB5B65F-73A6-4D29-9FA3-2B7C0E21263B}" destId="{E7287C65-F94F-4F75-A971-E1833660C032}" srcOrd="0" destOrd="0" parTransId="{9238EB10-D9E3-453E-9B5C-6F116B5BB90E}" sibTransId="{1EF0F776-C2DC-4A91-A0F8-E20C72373148}"/>
    <dgm:cxn modelId="{0583AF7C-8CEE-47F1-BCFE-697E5ABAB32F}" type="presOf" srcId="{55A2DD44-1DEA-4A3B-8577-678C46FA7E0A}" destId="{2DA14DB4-9C6D-44FF-B83F-97D246DDD28C}" srcOrd="0" destOrd="0" presId="urn:microsoft.com/office/officeart/2018/5/layout/IconCircleLabelList"/>
    <dgm:cxn modelId="{F3A8AA81-7E03-408F-9A85-C865B27C646B}" type="presOf" srcId="{9FB0A075-88DE-4DA4-B62F-035FCBC04348}" destId="{2D1CA11D-099C-4521-AA6C-3C1EEAF89C1D}" srcOrd="0" destOrd="0" presId="urn:microsoft.com/office/officeart/2018/5/layout/IconCircleLabelList"/>
    <dgm:cxn modelId="{1E86B194-2B80-4EFA-8A85-3D532D2B2A47}" srcId="{EBB5B65F-73A6-4D29-9FA3-2B7C0E21263B}" destId="{DA90DD73-049B-4310-B7A3-4F6F7B1482E8}" srcOrd="3" destOrd="0" parTransId="{E5B99A3B-A86B-4FD2-A794-F3940964801F}" sibTransId="{5AB83E21-71D8-48EB-8519-2815D4B163C4}"/>
    <dgm:cxn modelId="{55C74D95-F602-4036-9DF7-A18A91CDEEE8}" srcId="{EBB5B65F-73A6-4D29-9FA3-2B7C0E21263B}" destId="{55A2DD44-1DEA-4A3B-8577-678C46FA7E0A}" srcOrd="2" destOrd="0" parTransId="{A6BC2429-A151-4E3A-855F-B2AC469E96B1}" sibTransId="{8412FD40-D17E-4A84-8B22-5E6973FE3F79}"/>
    <dgm:cxn modelId="{B37AA3DD-DAD0-4B21-B5AD-3622B893A09F}" type="presOf" srcId="{DA90DD73-049B-4310-B7A3-4F6F7B1482E8}" destId="{BEEEAE35-7FF2-4C1B-9A5A-6E54CB31861E}" srcOrd="0" destOrd="0" presId="urn:microsoft.com/office/officeart/2018/5/layout/IconCircleLabelList"/>
    <dgm:cxn modelId="{5CC9F4DE-392B-41E7-8682-2AA8404FBAB1}" type="presParOf" srcId="{A081DFAB-3AA5-4EE5-98C0-56B7FEEA0F60}" destId="{7FE5F57F-3876-45DF-A5C0-F9B6E8ACF7AE}" srcOrd="0" destOrd="0" presId="urn:microsoft.com/office/officeart/2018/5/layout/IconCircleLabelList"/>
    <dgm:cxn modelId="{A5635FF5-B0BB-4A8C-9818-0161B34DB9F9}" type="presParOf" srcId="{7FE5F57F-3876-45DF-A5C0-F9B6E8ACF7AE}" destId="{0FF4A867-4E73-4FAF-B90D-05BBB58D6EC8}" srcOrd="0" destOrd="0" presId="urn:microsoft.com/office/officeart/2018/5/layout/IconCircleLabelList"/>
    <dgm:cxn modelId="{93E8FDE0-BFD9-4E43-A76A-8BDC645FCE06}" type="presParOf" srcId="{7FE5F57F-3876-45DF-A5C0-F9B6E8ACF7AE}" destId="{28F0E180-33CB-4F0A-888E-6917A8B319EC}" srcOrd="1" destOrd="0" presId="urn:microsoft.com/office/officeart/2018/5/layout/IconCircleLabelList"/>
    <dgm:cxn modelId="{129B1AC0-D99F-467C-9D80-2DDF0AC7EF38}" type="presParOf" srcId="{7FE5F57F-3876-45DF-A5C0-F9B6E8ACF7AE}" destId="{A33C7D44-8AB8-4A90-8672-BC07AA505604}" srcOrd="2" destOrd="0" presId="urn:microsoft.com/office/officeart/2018/5/layout/IconCircleLabelList"/>
    <dgm:cxn modelId="{28F7392B-5C0C-498F-A97F-CD6ADE3A5AB2}" type="presParOf" srcId="{7FE5F57F-3876-45DF-A5C0-F9B6E8ACF7AE}" destId="{4B05F7F8-152A-4A76-A2E0-BCAE76CC9337}" srcOrd="3" destOrd="0" presId="urn:microsoft.com/office/officeart/2018/5/layout/IconCircleLabelList"/>
    <dgm:cxn modelId="{DDBCE6CB-CE30-4626-9805-FC69193D3A8E}" type="presParOf" srcId="{A081DFAB-3AA5-4EE5-98C0-56B7FEEA0F60}" destId="{9B246EC4-0E5F-4FF5-8CF7-E4A7102F5EC0}" srcOrd="1" destOrd="0" presId="urn:microsoft.com/office/officeart/2018/5/layout/IconCircleLabelList"/>
    <dgm:cxn modelId="{B0723EA9-1080-430B-AD5B-92BCB730B235}" type="presParOf" srcId="{A081DFAB-3AA5-4EE5-98C0-56B7FEEA0F60}" destId="{48D7580A-7E99-4FA1-B8FC-8B3941F107D8}" srcOrd="2" destOrd="0" presId="urn:microsoft.com/office/officeart/2018/5/layout/IconCircleLabelList"/>
    <dgm:cxn modelId="{16978FAA-AD27-46F9-BA39-6B3624FE84D5}" type="presParOf" srcId="{48D7580A-7E99-4FA1-B8FC-8B3941F107D8}" destId="{B58044ED-130B-4427-94B5-4AD2447FEFFA}" srcOrd="0" destOrd="0" presId="urn:microsoft.com/office/officeart/2018/5/layout/IconCircleLabelList"/>
    <dgm:cxn modelId="{841C13AC-C023-4BD0-A521-B5B84ABC1E35}" type="presParOf" srcId="{48D7580A-7E99-4FA1-B8FC-8B3941F107D8}" destId="{758B3074-4B16-4BAB-8C89-D17AB6DEDFBB}" srcOrd="1" destOrd="0" presId="urn:microsoft.com/office/officeart/2018/5/layout/IconCircleLabelList"/>
    <dgm:cxn modelId="{0E94E802-49AB-4DFC-BAC1-41AB8A2AD202}" type="presParOf" srcId="{48D7580A-7E99-4FA1-B8FC-8B3941F107D8}" destId="{8A477923-BEC7-4461-A8E1-1BB39041BCE9}" srcOrd="2" destOrd="0" presId="urn:microsoft.com/office/officeart/2018/5/layout/IconCircleLabelList"/>
    <dgm:cxn modelId="{8E4D4028-26BF-4D9C-8A6B-A16B311F1758}" type="presParOf" srcId="{48D7580A-7E99-4FA1-B8FC-8B3941F107D8}" destId="{728D2B6F-104E-4F3E-97BC-9FB2FB668733}" srcOrd="3" destOrd="0" presId="urn:microsoft.com/office/officeart/2018/5/layout/IconCircleLabelList"/>
    <dgm:cxn modelId="{9ABAC8B9-4B38-4E51-A228-228E7FBE94E8}" type="presParOf" srcId="{A081DFAB-3AA5-4EE5-98C0-56B7FEEA0F60}" destId="{8AADA713-76A7-4AF5-8D30-EBEB3E4932D5}" srcOrd="3" destOrd="0" presId="urn:microsoft.com/office/officeart/2018/5/layout/IconCircleLabelList"/>
    <dgm:cxn modelId="{1C5E345F-8327-4B10-B60A-C2344AC8B8CF}" type="presParOf" srcId="{A081DFAB-3AA5-4EE5-98C0-56B7FEEA0F60}" destId="{B311BE3B-2B59-421F-BCF8-48B673C941EF}" srcOrd="4" destOrd="0" presId="urn:microsoft.com/office/officeart/2018/5/layout/IconCircleLabelList"/>
    <dgm:cxn modelId="{885FEB64-0E8F-4E73-A993-5F9369298A80}" type="presParOf" srcId="{B311BE3B-2B59-421F-BCF8-48B673C941EF}" destId="{A61B2C3A-053D-44CB-90B3-B0E325951F52}" srcOrd="0" destOrd="0" presId="urn:microsoft.com/office/officeart/2018/5/layout/IconCircleLabelList"/>
    <dgm:cxn modelId="{96D3EA0A-8955-4C0C-98E0-78F19FBD3058}" type="presParOf" srcId="{B311BE3B-2B59-421F-BCF8-48B673C941EF}" destId="{5016798E-FC4C-4D46-99A4-75932CC9C040}" srcOrd="1" destOrd="0" presId="urn:microsoft.com/office/officeart/2018/5/layout/IconCircleLabelList"/>
    <dgm:cxn modelId="{37013EB8-7B30-4C5C-8FD8-5C0DF78F33EE}" type="presParOf" srcId="{B311BE3B-2B59-421F-BCF8-48B673C941EF}" destId="{302EC73E-7659-4DD7-B212-72385BE8F43E}" srcOrd="2" destOrd="0" presId="urn:microsoft.com/office/officeart/2018/5/layout/IconCircleLabelList"/>
    <dgm:cxn modelId="{9D47F401-00E1-47A6-837E-FAE509D0F700}" type="presParOf" srcId="{B311BE3B-2B59-421F-BCF8-48B673C941EF}" destId="{2DA14DB4-9C6D-44FF-B83F-97D246DDD28C}" srcOrd="3" destOrd="0" presId="urn:microsoft.com/office/officeart/2018/5/layout/IconCircleLabelList"/>
    <dgm:cxn modelId="{41FE82C8-B03D-4246-8D95-54D3C4631D0E}" type="presParOf" srcId="{A081DFAB-3AA5-4EE5-98C0-56B7FEEA0F60}" destId="{3A9D1C44-4BBB-48D0-855D-560FEADC058A}" srcOrd="5" destOrd="0" presId="urn:microsoft.com/office/officeart/2018/5/layout/IconCircleLabelList"/>
    <dgm:cxn modelId="{9E1B202B-640F-419A-9A8C-276E425F2445}" type="presParOf" srcId="{A081DFAB-3AA5-4EE5-98C0-56B7FEEA0F60}" destId="{A03530E2-EEE9-461A-94ED-A61980282116}" srcOrd="6" destOrd="0" presId="urn:microsoft.com/office/officeart/2018/5/layout/IconCircleLabelList"/>
    <dgm:cxn modelId="{1712F979-1219-4E0B-B7C6-67390636CF3C}" type="presParOf" srcId="{A03530E2-EEE9-461A-94ED-A61980282116}" destId="{FFBE3838-A00E-4266-A80C-79E5681DE351}" srcOrd="0" destOrd="0" presId="urn:microsoft.com/office/officeart/2018/5/layout/IconCircleLabelList"/>
    <dgm:cxn modelId="{8CB1B40E-9B81-4E07-9592-333C852FC8C0}" type="presParOf" srcId="{A03530E2-EEE9-461A-94ED-A61980282116}" destId="{542346EC-8DBE-4C9C-8F37-7416C4EEACAD}" srcOrd="1" destOrd="0" presId="urn:microsoft.com/office/officeart/2018/5/layout/IconCircleLabelList"/>
    <dgm:cxn modelId="{CB7D1A50-2F67-4E76-BAB6-40635D8A1C96}" type="presParOf" srcId="{A03530E2-EEE9-461A-94ED-A61980282116}" destId="{D7D3CEE1-E990-4977-BEFF-CD878D69C20C}" srcOrd="2" destOrd="0" presId="urn:microsoft.com/office/officeart/2018/5/layout/IconCircleLabelList"/>
    <dgm:cxn modelId="{777385B3-5D92-457A-9518-67B18AB86CD1}" type="presParOf" srcId="{A03530E2-EEE9-461A-94ED-A61980282116}" destId="{BEEEAE35-7FF2-4C1B-9A5A-6E54CB31861E}" srcOrd="3" destOrd="0" presId="urn:microsoft.com/office/officeart/2018/5/layout/IconCircleLabelList"/>
    <dgm:cxn modelId="{E11E8CFD-21EC-4E14-AA04-B2048C47DFB7}" type="presParOf" srcId="{A081DFAB-3AA5-4EE5-98C0-56B7FEEA0F60}" destId="{45C460AA-201B-45E7-9D40-9EA64748B04F}" srcOrd="7" destOrd="0" presId="urn:microsoft.com/office/officeart/2018/5/layout/IconCircleLabelList"/>
    <dgm:cxn modelId="{EDA5DB9F-FA2D-43B9-9AE2-C4D47840B7E9}" type="presParOf" srcId="{A081DFAB-3AA5-4EE5-98C0-56B7FEEA0F60}" destId="{A8C92764-314A-4BCB-B666-5BBB4DDD8D4A}" srcOrd="8" destOrd="0" presId="urn:microsoft.com/office/officeart/2018/5/layout/IconCircleLabelList"/>
    <dgm:cxn modelId="{C2D9DD57-D0C5-4780-9E62-4DB3D367B981}" type="presParOf" srcId="{A8C92764-314A-4BCB-B666-5BBB4DDD8D4A}" destId="{1AD9CC0B-3A84-44A6-9161-9B05DCB770B6}" srcOrd="0" destOrd="0" presId="urn:microsoft.com/office/officeart/2018/5/layout/IconCircleLabelList"/>
    <dgm:cxn modelId="{4CFF51DB-6452-4F01-AB79-97AB06167CEE}" type="presParOf" srcId="{A8C92764-314A-4BCB-B666-5BBB4DDD8D4A}" destId="{C6FF486E-D660-4ACF-A37D-1C27ACD875F9}" srcOrd="1" destOrd="0" presId="urn:microsoft.com/office/officeart/2018/5/layout/IconCircleLabelList"/>
    <dgm:cxn modelId="{EC1914B8-30E0-4FDA-BDAD-6992936C9565}" type="presParOf" srcId="{A8C92764-314A-4BCB-B666-5BBB4DDD8D4A}" destId="{874CA607-FBCA-4B22-86A2-338B04BDB5F2}" srcOrd="2" destOrd="0" presId="urn:microsoft.com/office/officeart/2018/5/layout/IconCircleLabelList"/>
    <dgm:cxn modelId="{EF152C5D-9423-4CDA-8B3E-CAE0ED01F927}" type="presParOf" srcId="{A8C92764-314A-4BCB-B666-5BBB4DDD8D4A}" destId="{2D1CA11D-099C-4521-AA6C-3C1EEAF89C1D}"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40CAF7D-7C74-4E16-B838-201C0D1CFF58}"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F84211E4-D742-4053-9F00-1BBD84162634}">
      <dgm:prSet/>
      <dgm:spPr/>
      <dgm:t>
        <a:bodyPr/>
        <a:lstStyle/>
        <a:p>
          <a:r>
            <a:rPr lang="fr-FR" b="0" i="0" baseline="0"/>
            <a:t>Identifiez les compétitions adaptées à vos élèves </a:t>
          </a:r>
          <a:endParaRPr lang="en-US"/>
        </a:p>
      </dgm:t>
    </dgm:pt>
    <dgm:pt modelId="{AD6C2922-B6B1-4B7C-91E4-5082A6B7938F}" type="parTrans" cxnId="{18B2D4BC-C772-4E0D-B6F1-C9396BA07727}">
      <dgm:prSet/>
      <dgm:spPr/>
      <dgm:t>
        <a:bodyPr/>
        <a:lstStyle/>
        <a:p>
          <a:endParaRPr lang="en-US"/>
        </a:p>
      </dgm:t>
    </dgm:pt>
    <dgm:pt modelId="{D0243F10-1F75-42F7-B401-4327CE113CA1}" type="sibTrans" cxnId="{18B2D4BC-C772-4E0D-B6F1-C9396BA07727}">
      <dgm:prSet/>
      <dgm:spPr/>
      <dgm:t>
        <a:bodyPr/>
        <a:lstStyle/>
        <a:p>
          <a:endParaRPr lang="en-US"/>
        </a:p>
      </dgm:t>
    </dgm:pt>
    <dgm:pt modelId="{E6B438EF-7701-4A4B-8AB8-5B56060465A3}">
      <dgm:prSet/>
      <dgm:spPr/>
      <dgm:t>
        <a:bodyPr/>
        <a:lstStyle/>
        <a:p>
          <a:r>
            <a:rPr lang="fr-FR" b="0" i="0" baseline="0"/>
            <a:t>Gérez les inscriptions en quelques clics </a:t>
          </a:r>
          <a:endParaRPr lang="en-US"/>
        </a:p>
      </dgm:t>
    </dgm:pt>
    <dgm:pt modelId="{8A240540-2D9E-46B7-B378-49F85FB44538}" type="parTrans" cxnId="{41E8F3B4-0FF4-4350-AC86-A23FC8CCD3C4}">
      <dgm:prSet/>
      <dgm:spPr/>
      <dgm:t>
        <a:bodyPr/>
        <a:lstStyle/>
        <a:p>
          <a:endParaRPr lang="en-US"/>
        </a:p>
      </dgm:t>
    </dgm:pt>
    <dgm:pt modelId="{9A4C19F1-E2F8-4682-B092-F4A1CDEFC7F1}" type="sibTrans" cxnId="{41E8F3B4-0FF4-4350-AC86-A23FC8CCD3C4}">
      <dgm:prSet/>
      <dgm:spPr/>
      <dgm:t>
        <a:bodyPr/>
        <a:lstStyle/>
        <a:p>
          <a:endParaRPr lang="en-US"/>
        </a:p>
      </dgm:t>
    </dgm:pt>
    <dgm:pt modelId="{C1352FF7-1971-4F54-8C55-CE4B246126A7}">
      <dgm:prSet/>
      <dgm:spPr/>
      <dgm:t>
        <a:bodyPr/>
        <a:lstStyle/>
        <a:p>
          <a:r>
            <a:rPr lang="fr-FR" b="0" i="0" baseline="0"/>
            <a:t>Suivez les résultats et statistiques </a:t>
          </a:r>
          <a:endParaRPr lang="en-US"/>
        </a:p>
      </dgm:t>
    </dgm:pt>
    <dgm:pt modelId="{5CBD3FC3-D6DD-47FF-9576-1B6A3CC99B4D}" type="parTrans" cxnId="{FD045C20-D69C-41C7-AE14-5AAA5247A8E4}">
      <dgm:prSet/>
      <dgm:spPr/>
      <dgm:t>
        <a:bodyPr/>
        <a:lstStyle/>
        <a:p>
          <a:endParaRPr lang="en-US"/>
        </a:p>
      </dgm:t>
    </dgm:pt>
    <dgm:pt modelId="{C99DD3D6-3164-4106-8AB8-1FCE710F7E67}" type="sibTrans" cxnId="{FD045C20-D69C-41C7-AE14-5AAA5247A8E4}">
      <dgm:prSet/>
      <dgm:spPr/>
      <dgm:t>
        <a:bodyPr/>
        <a:lstStyle/>
        <a:p>
          <a:endParaRPr lang="en-US"/>
        </a:p>
      </dgm:t>
    </dgm:pt>
    <dgm:pt modelId="{5CBF4719-2C2D-4C8A-BCDC-B23D1A31879B}">
      <dgm:prSet/>
      <dgm:spPr/>
      <dgm:t>
        <a:bodyPr/>
        <a:lstStyle/>
        <a:p>
          <a:r>
            <a:rPr lang="fr-FR" b="0" i="0" baseline="0"/>
            <a:t>Analysez les performances pour améliorer l'entraînement </a:t>
          </a:r>
          <a:endParaRPr lang="en-US"/>
        </a:p>
      </dgm:t>
    </dgm:pt>
    <dgm:pt modelId="{060E6E11-8C06-409F-AFB0-C3E65EB4725F}" type="parTrans" cxnId="{1BD6AFD1-02FA-446C-AA99-2FE89F0C32BC}">
      <dgm:prSet/>
      <dgm:spPr/>
      <dgm:t>
        <a:bodyPr/>
        <a:lstStyle/>
        <a:p>
          <a:endParaRPr lang="en-US"/>
        </a:p>
      </dgm:t>
    </dgm:pt>
    <dgm:pt modelId="{9A7FDCEC-AC69-441F-9D0E-44408F492B0F}" type="sibTrans" cxnId="{1BD6AFD1-02FA-446C-AA99-2FE89F0C32BC}">
      <dgm:prSet/>
      <dgm:spPr/>
      <dgm:t>
        <a:bodyPr/>
        <a:lstStyle/>
        <a:p>
          <a:endParaRPr lang="en-US"/>
        </a:p>
      </dgm:t>
    </dgm:pt>
    <dgm:pt modelId="{5684ABC0-14BB-4AFA-AC41-AF9AC07AB967}" type="pres">
      <dgm:prSet presAssocID="{640CAF7D-7C74-4E16-B838-201C0D1CFF58}" presName="linear" presStyleCnt="0">
        <dgm:presLayoutVars>
          <dgm:animLvl val="lvl"/>
          <dgm:resizeHandles val="exact"/>
        </dgm:presLayoutVars>
      </dgm:prSet>
      <dgm:spPr/>
    </dgm:pt>
    <dgm:pt modelId="{D6457F96-FE35-48C5-86E6-A8F1C5819C02}" type="pres">
      <dgm:prSet presAssocID="{F84211E4-D742-4053-9F00-1BBD84162634}" presName="parentText" presStyleLbl="node1" presStyleIdx="0" presStyleCnt="4">
        <dgm:presLayoutVars>
          <dgm:chMax val="0"/>
          <dgm:bulletEnabled val="1"/>
        </dgm:presLayoutVars>
      </dgm:prSet>
      <dgm:spPr/>
    </dgm:pt>
    <dgm:pt modelId="{EE0F7626-5B94-4E18-89D2-7EF0FFAAF5EB}" type="pres">
      <dgm:prSet presAssocID="{D0243F10-1F75-42F7-B401-4327CE113CA1}" presName="spacer" presStyleCnt="0"/>
      <dgm:spPr/>
    </dgm:pt>
    <dgm:pt modelId="{43683359-113C-44CD-B6D8-771A4F8B449F}" type="pres">
      <dgm:prSet presAssocID="{E6B438EF-7701-4A4B-8AB8-5B56060465A3}" presName="parentText" presStyleLbl="node1" presStyleIdx="1" presStyleCnt="4">
        <dgm:presLayoutVars>
          <dgm:chMax val="0"/>
          <dgm:bulletEnabled val="1"/>
        </dgm:presLayoutVars>
      </dgm:prSet>
      <dgm:spPr/>
    </dgm:pt>
    <dgm:pt modelId="{FA2BAB61-FC9F-439F-B256-D0C87A306D6E}" type="pres">
      <dgm:prSet presAssocID="{9A4C19F1-E2F8-4682-B092-F4A1CDEFC7F1}" presName="spacer" presStyleCnt="0"/>
      <dgm:spPr/>
    </dgm:pt>
    <dgm:pt modelId="{0AA59F7B-88F9-4872-9944-02F587BB176F}" type="pres">
      <dgm:prSet presAssocID="{C1352FF7-1971-4F54-8C55-CE4B246126A7}" presName="parentText" presStyleLbl="node1" presStyleIdx="2" presStyleCnt="4">
        <dgm:presLayoutVars>
          <dgm:chMax val="0"/>
          <dgm:bulletEnabled val="1"/>
        </dgm:presLayoutVars>
      </dgm:prSet>
      <dgm:spPr/>
    </dgm:pt>
    <dgm:pt modelId="{78FF8C81-6315-432E-87DC-1AF6CE265D6E}" type="pres">
      <dgm:prSet presAssocID="{C99DD3D6-3164-4106-8AB8-1FCE710F7E67}" presName="spacer" presStyleCnt="0"/>
      <dgm:spPr/>
    </dgm:pt>
    <dgm:pt modelId="{9E92EA77-0B74-45E5-BC83-895457BF4AFE}" type="pres">
      <dgm:prSet presAssocID="{5CBF4719-2C2D-4C8A-BCDC-B23D1A31879B}" presName="parentText" presStyleLbl="node1" presStyleIdx="3" presStyleCnt="4">
        <dgm:presLayoutVars>
          <dgm:chMax val="0"/>
          <dgm:bulletEnabled val="1"/>
        </dgm:presLayoutVars>
      </dgm:prSet>
      <dgm:spPr/>
    </dgm:pt>
  </dgm:ptLst>
  <dgm:cxnLst>
    <dgm:cxn modelId="{C326410E-674B-411F-B7DF-1FF8C363BF12}" type="presOf" srcId="{5CBF4719-2C2D-4C8A-BCDC-B23D1A31879B}" destId="{9E92EA77-0B74-45E5-BC83-895457BF4AFE}" srcOrd="0" destOrd="0" presId="urn:microsoft.com/office/officeart/2005/8/layout/vList2"/>
    <dgm:cxn modelId="{FD045C20-D69C-41C7-AE14-5AAA5247A8E4}" srcId="{640CAF7D-7C74-4E16-B838-201C0D1CFF58}" destId="{C1352FF7-1971-4F54-8C55-CE4B246126A7}" srcOrd="2" destOrd="0" parTransId="{5CBD3FC3-D6DD-47FF-9576-1B6A3CC99B4D}" sibTransId="{C99DD3D6-3164-4106-8AB8-1FCE710F7E67}"/>
    <dgm:cxn modelId="{CDA4042C-2914-401D-AA69-3D901B80B82C}" type="presOf" srcId="{F84211E4-D742-4053-9F00-1BBD84162634}" destId="{D6457F96-FE35-48C5-86E6-A8F1C5819C02}" srcOrd="0" destOrd="0" presId="urn:microsoft.com/office/officeart/2005/8/layout/vList2"/>
    <dgm:cxn modelId="{7EA2C06B-A37B-4550-9FAE-F233E33473A1}" type="presOf" srcId="{E6B438EF-7701-4A4B-8AB8-5B56060465A3}" destId="{43683359-113C-44CD-B6D8-771A4F8B449F}" srcOrd="0" destOrd="0" presId="urn:microsoft.com/office/officeart/2005/8/layout/vList2"/>
    <dgm:cxn modelId="{41E8F3B4-0FF4-4350-AC86-A23FC8CCD3C4}" srcId="{640CAF7D-7C74-4E16-B838-201C0D1CFF58}" destId="{E6B438EF-7701-4A4B-8AB8-5B56060465A3}" srcOrd="1" destOrd="0" parTransId="{8A240540-2D9E-46B7-B378-49F85FB44538}" sibTransId="{9A4C19F1-E2F8-4682-B092-F4A1CDEFC7F1}"/>
    <dgm:cxn modelId="{18B2D4BC-C772-4E0D-B6F1-C9396BA07727}" srcId="{640CAF7D-7C74-4E16-B838-201C0D1CFF58}" destId="{F84211E4-D742-4053-9F00-1BBD84162634}" srcOrd="0" destOrd="0" parTransId="{AD6C2922-B6B1-4B7C-91E4-5082A6B7938F}" sibTransId="{D0243F10-1F75-42F7-B401-4327CE113CA1}"/>
    <dgm:cxn modelId="{1BD6AFD1-02FA-446C-AA99-2FE89F0C32BC}" srcId="{640CAF7D-7C74-4E16-B838-201C0D1CFF58}" destId="{5CBF4719-2C2D-4C8A-BCDC-B23D1A31879B}" srcOrd="3" destOrd="0" parTransId="{060E6E11-8C06-409F-AFB0-C3E65EB4725F}" sibTransId="{9A7FDCEC-AC69-441F-9D0E-44408F492B0F}"/>
    <dgm:cxn modelId="{190994E3-64E4-42BC-BD5A-7BE67211B1CB}" type="presOf" srcId="{640CAF7D-7C74-4E16-B838-201C0D1CFF58}" destId="{5684ABC0-14BB-4AFA-AC41-AF9AC07AB967}" srcOrd="0" destOrd="0" presId="urn:microsoft.com/office/officeart/2005/8/layout/vList2"/>
    <dgm:cxn modelId="{9264E5FA-6F6D-4F36-8E4B-A813B44A4A89}" type="presOf" srcId="{C1352FF7-1971-4F54-8C55-CE4B246126A7}" destId="{0AA59F7B-88F9-4872-9944-02F587BB176F}" srcOrd="0" destOrd="0" presId="urn:microsoft.com/office/officeart/2005/8/layout/vList2"/>
    <dgm:cxn modelId="{C59DAB94-32FC-4EF4-A95C-78675D254E49}" type="presParOf" srcId="{5684ABC0-14BB-4AFA-AC41-AF9AC07AB967}" destId="{D6457F96-FE35-48C5-86E6-A8F1C5819C02}" srcOrd="0" destOrd="0" presId="urn:microsoft.com/office/officeart/2005/8/layout/vList2"/>
    <dgm:cxn modelId="{EEFBD35A-F675-464F-81FB-B4C5DCD8C98A}" type="presParOf" srcId="{5684ABC0-14BB-4AFA-AC41-AF9AC07AB967}" destId="{EE0F7626-5B94-4E18-89D2-7EF0FFAAF5EB}" srcOrd="1" destOrd="0" presId="urn:microsoft.com/office/officeart/2005/8/layout/vList2"/>
    <dgm:cxn modelId="{3CD31459-9BA3-42F0-BF78-838684024D6F}" type="presParOf" srcId="{5684ABC0-14BB-4AFA-AC41-AF9AC07AB967}" destId="{43683359-113C-44CD-B6D8-771A4F8B449F}" srcOrd="2" destOrd="0" presId="urn:microsoft.com/office/officeart/2005/8/layout/vList2"/>
    <dgm:cxn modelId="{DAB6555F-3C1B-446F-B7E3-BD85086AFA29}" type="presParOf" srcId="{5684ABC0-14BB-4AFA-AC41-AF9AC07AB967}" destId="{FA2BAB61-FC9F-439F-B256-D0C87A306D6E}" srcOrd="3" destOrd="0" presId="urn:microsoft.com/office/officeart/2005/8/layout/vList2"/>
    <dgm:cxn modelId="{583F9E85-7B42-443B-9859-F4F9922A4396}" type="presParOf" srcId="{5684ABC0-14BB-4AFA-AC41-AF9AC07AB967}" destId="{0AA59F7B-88F9-4872-9944-02F587BB176F}" srcOrd="4" destOrd="0" presId="urn:microsoft.com/office/officeart/2005/8/layout/vList2"/>
    <dgm:cxn modelId="{63C69157-758B-47E6-BCD4-752A4F85F6A7}" type="presParOf" srcId="{5684ABC0-14BB-4AFA-AC41-AF9AC07AB967}" destId="{78FF8C81-6315-432E-87DC-1AF6CE265D6E}" srcOrd="5" destOrd="0" presId="urn:microsoft.com/office/officeart/2005/8/layout/vList2"/>
    <dgm:cxn modelId="{6C6BCD29-EAC3-4A83-A231-5024B651B78D}" type="presParOf" srcId="{5684ABC0-14BB-4AFA-AC41-AF9AC07AB967}" destId="{9E92EA77-0B74-45E5-BC83-895457BF4AF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669CF87-3951-4010-8581-667E6A951FC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EBB0AC9-0DCC-41C0-8E85-523491F6EB9A}">
      <dgm:prSet/>
      <dgm:spPr/>
      <dgm:t>
        <a:bodyPr/>
        <a:lstStyle/>
        <a:p>
          <a:r>
            <a:rPr lang="fr-FR" b="0" i="0" baseline="0"/>
            <a:t>Envoyez des messages groupés ou individuels </a:t>
          </a:r>
          <a:endParaRPr lang="en-US"/>
        </a:p>
      </dgm:t>
    </dgm:pt>
    <dgm:pt modelId="{E1DE3853-5399-4EB7-9052-84A2046AE609}" type="parTrans" cxnId="{6C957B9D-627D-4613-ACC9-848273DA5E10}">
      <dgm:prSet/>
      <dgm:spPr/>
      <dgm:t>
        <a:bodyPr/>
        <a:lstStyle/>
        <a:p>
          <a:endParaRPr lang="en-US"/>
        </a:p>
      </dgm:t>
    </dgm:pt>
    <dgm:pt modelId="{95B3B978-4BB1-436B-9854-72C58FA0F23C}" type="sibTrans" cxnId="{6C957B9D-627D-4613-ACC9-848273DA5E10}">
      <dgm:prSet/>
      <dgm:spPr/>
      <dgm:t>
        <a:bodyPr/>
        <a:lstStyle/>
        <a:p>
          <a:endParaRPr lang="en-US"/>
        </a:p>
      </dgm:t>
    </dgm:pt>
    <dgm:pt modelId="{02D5AE67-189F-4630-A5B4-4A0DB88C77A3}">
      <dgm:prSet/>
      <dgm:spPr/>
      <dgm:t>
        <a:bodyPr/>
        <a:lstStyle/>
        <a:p>
          <a:r>
            <a:rPr lang="fr-FR" b="0" i="0" baseline="0"/>
            <a:t>Partagez des plans d'entraînement personnalisés </a:t>
          </a:r>
          <a:endParaRPr lang="en-US"/>
        </a:p>
      </dgm:t>
    </dgm:pt>
    <dgm:pt modelId="{234CDC94-A602-4203-A7F4-091BEED71F79}" type="parTrans" cxnId="{04E4D488-D333-45D1-BBE2-DC4D5B457411}">
      <dgm:prSet/>
      <dgm:spPr/>
      <dgm:t>
        <a:bodyPr/>
        <a:lstStyle/>
        <a:p>
          <a:endParaRPr lang="en-US"/>
        </a:p>
      </dgm:t>
    </dgm:pt>
    <dgm:pt modelId="{FCE0708B-9E0F-4734-9E63-975F7653544C}" type="sibTrans" cxnId="{04E4D488-D333-45D1-BBE2-DC4D5B457411}">
      <dgm:prSet/>
      <dgm:spPr/>
      <dgm:t>
        <a:bodyPr/>
        <a:lstStyle/>
        <a:p>
          <a:endParaRPr lang="en-US"/>
        </a:p>
      </dgm:t>
    </dgm:pt>
    <dgm:pt modelId="{78FB4581-27F4-480F-A2B7-B421936760EB}">
      <dgm:prSet/>
      <dgm:spPr/>
      <dgm:t>
        <a:bodyPr/>
        <a:lstStyle/>
        <a:p>
          <a:r>
            <a:rPr lang="fr-FR" b="0" i="0" baseline="0"/>
            <a:t>Recevez les questions et feedbacks directement dans l'app </a:t>
          </a:r>
          <a:endParaRPr lang="en-US"/>
        </a:p>
      </dgm:t>
    </dgm:pt>
    <dgm:pt modelId="{4B5CCED2-A8B1-4D3C-B48A-14A9AD590820}" type="parTrans" cxnId="{C045344B-F6AD-4DE8-9B2E-4301B42474B4}">
      <dgm:prSet/>
      <dgm:spPr/>
      <dgm:t>
        <a:bodyPr/>
        <a:lstStyle/>
        <a:p>
          <a:endParaRPr lang="en-US"/>
        </a:p>
      </dgm:t>
    </dgm:pt>
    <dgm:pt modelId="{14361C22-22A9-403E-96A3-FDFD6884F056}" type="sibTrans" cxnId="{C045344B-F6AD-4DE8-9B2E-4301B42474B4}">
      <dgm:prSet/>
      <dgm:spPr/>
      <dgm:t>
        <a:bodyPr/>
        <a:lstStyle/>
        <a:p>
          <a:endParaRPr lang="en-US"/>
        </a:p>
      </dgm:t>
    </dgm:pt>
    <dgm:pt modelId="{83309B4C-30AC-471E-B187-2C2905E2AB33}">
      <dgm:prSet/>
      <dgm:spPr/>
      <dgm:t>
        <a:bodyPr/>
        <a:lstStyle/>
        <a:p>
          <a:r>
            <a:rPr lang="fr-FR" b="0" i="0" baseline="0"/>
            <a:t>Créez une véritable communauté numérique autour de votre club </a:t>
          </a:r>
          <a:endParaRPr lang="en-US"/>
        </a:p>
      </dgm:t>
    </dgm:pt>
    <dgm:pt modelId="{9B183816-E704-4EBD-9C78-136C81FA5751}" type="parTrans" cxnId="{7D5996AD-E634-4214-88A2-002B5863A9D0}">
      <dgm:prSet/>
      <dgm:spPr/>
      <dgm:t>
        <a:bodyPr/>
        <a:lstStyle/>
        <a:p>
          <a:endParaRPr lang="en-US"/>
        </a:p>
      </dgm:t>
    </dgm:pt>
    <dgm:pt modelId="{BDA6D453-0E81-4417-AA6B-954701717E86}" type="sibTrans" cxnId="{7D5996AD-E634-4214-88A2-002B5863A9D0}">
      <dgm:prSet/>
      <dgm:spPr/>
      <dgm:t>
        <a:bodyPr/>
        <a:lstStyle/>
        <a:p>
          <a:endParaRPr lang="en-US"/>
        </a:p>
      </dgm:t>
    </dgm:pt>
    <dgm:pt modelId="{CCAA915B-11F7-4FBF-849B-51C9E231D9BC}" type="pres">
      <dgm:prSet presAssocID="{1669CF87-3951-4010-8581-667E6A951FC9}" presName="linear" presStyleCnt="0">
        <dgm:presLayoutVars>
          <dgm:animLvl val="lvl"/>
          <dgm:resizeHandles val="exact"/>
        </dgm:presLayoutVars>
      </dgm:prSet>
      <dgm:spPr/>
    </dgm:pt>
    <dgm:pt modelId="{6D5DDE32-A447-4FE8-8CA6-2DD8983BA222}" type="pres">
      <dgm:prSet presAssocID="{7EBB0AC9-0DCC-41C0-8E85-523491F6EB9A}" presName="parentText" presStyleLbl="node1" presStyleIdx="0" presStyleCnt="4">
        <dgm:presLayoutVars>
          <dgm:chMax val="0"/>
          <dgm:bulletEnabled val="1"/>
        </dgm:presLayoutVars>
      </dgm:prSet>
      <dgm:spPr/>
    </dgm:pt>
    <dgm:pt modelId="{217B9CB7-6906-41EB-8E0B-B5DB729BC7C6}" type="pres">
      <dgm:prSet presAssocID="{95B3B978-4BB1-436B-9854-72C58FA0F23C}" presName="spacer" presStyleCnt="0"/>
      <dgm:spPr/>
    </dgm:pt>
    <dgm:pt modelId="{1E34DA4C-61C2-4A1A-81E5-281F3D17ECA5}" type="pres">
      <dgm:prSet presAssocID="{02D5AE67-189F-4630-A5B4-4A0DB88C77A3}" presName="parentText" presStyleLbl="node1" presStyleIdx="1" presStyleCnt="4">
        <dgm:presLayoutVars>
          <dgm:chMax val="0"/>
          <dgm:bulletEnabled val="1"/>
        </dgm:presLayoutVars>
      </dgm:prSet>
      <dgm:spPr/>
    </dgm:pt>
    <dgm:pt modelId="{A0E619EF-CD45-4828-8F9C-D36041E2DCB5}" type="pres">
      <dgm:prSet presAssocID="{FCE0708B-9E0F-4734-9E63-975F7653544C}" presName="spacer" presStyleCnt="0"/>
      <dgm:spPr/>
    </dgm:pt>
    <dgm:pt modelId="{60160FB7-2B59-46E7-89A7-57912858C935}" type="pres">
      <dgm:prSet presAssocID="{78FB4581-27F4-480F-A2B7-B421936760EB}" presName="parentText" presStyleLbl="node1" presStyleIdx="2" presStyleCnt="4">
        <dgm:presLayoutVars>
          <dgm:chMax val="0"/>
          <dgm:bulletEnabled val="1"/>
        </dgm:presLayoutVars>
      </dgm:prSet>
      <dgm:spPr/>
    </dgm:pt>
    <dgm:pt modelId="{12580084-47CA-4F74-8B7F-87628AEFB2B3}" type="pres">
      <dgm:prSet presAssocID="{14361C22-22A9-403E-96A3-FDFD6884F056}" presName="spacer" presStyleCnt="0"/>
      <dgm:spPr/>
    </dgm:pt>
    <dgm:pt modelId="{0C65A62F-DA3A-496B-9440-4C678A0E2A14}" type="pres">
      <dgm:prSet presAssocID="{83309B4C-30AC-471E-B187-2C2905E2AB33}" presName="parentText" presStyleLbl="node1" presStyleIdx="3" presStyleCnt="4">
        <dgm:presLayoutVars>
          <dgm:chMax val="0"/>
          <dgm:bulletEnabled val="1"/>
        </dgm:presLayoutVars>
      </dgm:prSet>
      <dgm:spPr/>
    </dgm:pt>
  </dgm:ptLst>
  <dgm:cxnLst>
    <dgm:cxn modelId="{6E429C23-E46F-43A5-A1E2-94753D409122}" type="presOf" srcId="{7EBB0AC9-0DCC-41C0-8E85-523491F6EB9A}" destId="{6D5DDE32-A447-4FE8-8CA6-2DD8983BA222}" srcOrd="0" destOrd="0" presId="urn:microsoft.com/office/officeart/2005/8/layout/vList2"/>
    <dgm:cxn modelId="{C045344B-F6AD-4DE8-9B2E-4301B42474B4}" srcId="{1669CF87-3951-4010-8581-667E6A951FC9}" destId="{78FB4581-27F4-480F-A2B7-B421936760EB}" srcOrd="2" destOrd="0" parTransId="{4B5CCED2-A8B1-4D3C-B48A-14A9AD590820}" sibTransId="{14361C22-22A9-403E-96A3-FDFD6884F056}"/>
    <dgm:cxn modelId="{4C2FE157-8725-441F-96EC-90A29202AF43}" type="presOf" srcId="{78FB4581-27F4-480F-A2B7-B421936760EB}" destId="{60160FB7-2B59-46E7-89A7-57912858C935}" srcOrd="0" destOrd="0" presId="urn:microsoft.com/office/officeart/2005/8/layout/vList2"/>
    <dgm:cxn modelId="{04E4D488-D333-45D1-BBE2-DC4D5B457411}" srcId="{1669CF87-3951-4010-8581-667E6A951FC9}" destId="{02D5AE67-189F-4630-A5B4-4A0DB88C77A3}" srcOrd="1" destOrd="0" parTransId="{234CDC94-A602-4203-A7F4-091BEED71F79}" sibTransId="{FCE0708B-9E0F-4734-9E63-975F7653544C}"/>
    <dgm:cxn modelId="{6C957B9D-627D-4613-ACC9-848273DA5E10}" srcId="{1669CF87-3951-4010-8581-667E6A951FC9}" destId="{7EBB0AC9-0DCC-41C0-8E85-523491F6EB9A}" srcOrd="0" destOrd="0" parTransId="{E1DE3853-5399-4EB7-9052-84A2046AE609}" sibTransId="{95B3B978-4BB1-436B-9854-72C58FA0F23C}"/>
    <dgm:cxn modelId="{7D5996AD-E634-4214-88A2-002B5863A9D0}" srcId="{1669CF87-3951-4010-8581-667E6A951FC9}" destId="{83309B4C-30AC-471E-B187-2C2905E2AB33}" srcOrd="3" destOrd="0" parTransId="{9B183816-E704-4EBD-9C78-136C81FA5751}" sibTransId="{BDA6D453-0E81-4417-AA6B-954701717E86}"/>
    <dgm:cxn modelId="{1C3F23B2-FF1E-473C-BDC1-26046E5B888A}" type="presOf" srcId="{02D5AE67-189F-4630-A5B4-4A0DB88C77A3}" destId="{1E34DA4C-61C2-4A1A-81E5-281F3D17ECA5}" srcOrd="0" destOrd="0" presId="urn:microsoft.com/office/officeart/2005/8/layout/vList2"/>
    <dgm:cxn modelId="{79F82BB9-ED71-4521-9E8F-CA04A47E2744}" type="presOf" srcId="{83309B4C-30AC-471E-B187-2C2905E2AB33}" destId="{0C65A62F-DA3A-496B-9440-4C678A0E2A14}" srcOrd="0" destOrd="0" presId="urn:microsoft.com/office/officeart/2005/8/layout/vList2"/>
    <dgm:cxn modelId="{B3DE21C5-B166-4250-9A6A-04C0E2BAA0C9}" type="presOf" srcId="{1669CF87-3951-4010-8581-667E6A951FC9}" destId="{CCAA915B-11F7-4FBF-849B-51C9E231D9BC}" srcOrd="0" destOrd="0" presId="urn:microsoft.com/office/officeart/2005/8/layout/vList2"/>
    <dgm:cxn modelId="{E17FFF40-8CA8-4BEF-B25C-5F338F138413}" type="presParOf" srcId="{CCAA915B-11F7-4FBF-849B-51C9E231D9BC}" destId="{6D5DDE32-A447-4FE8-8CA6-2DD8983BA222}" srcOrd="0" destOrd="0" presId="urn:microsoft.com/office/officeart/2005/8/layout/vList2"/>
    <dgm:cxn modelId="{8A1AC74A-A894-4C08-8E7D-9D7E40CA5EF0}" type="presParOf" srcId="{CCAA915B-11F7-4FBF-849B-51C9E231D9BC}" destId="{217B9CB7-6906-41EB-8E0B-B5DB729BC7C6}" srcOrd="1" destOrd="0" presId="urn:microsoft.com/office/officeart/2005/8/layout/vList2"/>
    <dgm:cxn modelId="{6900F58C-F0D8-4189-8255-56BECD73B10E}" type="presParOf" srcId="{CCAA915B-11F7-4FBF-849B-51C9E231D9BC}" destId="{1E34DA4C-61C2-4A1A-81E5-281F3D17ECA5}" srcOrd="2" destOrd="0" presId="urn:microsoft.com/office/officeart/2005/8/layout/vList2"/>
    <dgm:cxn modelId="{AA07FB92-4F82-4B09-9FE9-26A06217EA42}" type="presParOf" srcId="{CCAA915B-11F7-4FBF-849B-51C9E231D9BC}" destId="{A0E619EF-CD45-4828-8F9C-D36041E2DCB5}" srcOrd="3" destOrd="0" presId="urn:microsoft.com/office/officeart/2005/8/layout/vList2"/>
    <dgm:cxn modelId="{11D97530-9FC1-426B-AFC2-C21251D68DE7}" type="presParOf" srcId="{CCAA915B-11F7-4FBF-849B-51C9E231D9BC}" destId="{60160FB7-2B59-46E7-89A7-57912858C935}" srcOrd="4" destOrd="0" presId="urn:microsoft.com/office/officeart/2005/8/layout/vList2"/>
    <dgm:cxn modelId="{3DA45721-2BC6-4F2F-B73D-322803B95B77}" type="presParOf" srcId="{CCAA915B-11F7-4FBF-849B-51C9E231D9BC}" destId="{12580084-47CA-4F74-8B7F-87628AEFB2B3}" srcOrd="5" destOrd="0" presId="urn:microsoft.com/office/officeart/2005/8/layout/vList2"/>
    <dgm:cxn modelId="{003A2E39-9EE3-433B-B6D1-0A87B477A60B}" type="presParOf" srcId="{CCAA915B-11F7-4FBF-849B-51C9E231D9BC}" destId="{0C65A62F-DA3A-496B-9440-4C678A0E2A1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E723184E-7EA3-4210-8293-869D8308BC29}"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D6B0664-BEF4-46D7-B431-BFFE95AAC306}">
      <dgm:prSet/>
      <dgm:spPr/>
      <dgm:t>
        <a:bodyPr/>
        <a:lstStyle/>
        <a:p>
          <a:pPr>
            <a:defRPr b="1"/>
          </a:pPr>
          <a:r>
            <a:rPr lang="fr-FR" b="1"/>
            <a:t>Une vision globale, une gestion locale !</a:t>
          </a:r>
          <a:endParaRPr lang="en-US"/>
        </a:p>
      </dgm:t>
    </dgm:pt>
    <dgm:pt modelId="{E4B007C5-8DAA-491C-8A62-02B56258C3FE}" type="parTrans" cxnId="{8F85AB08-EE03-465D-8CF2-09833A08A4FC}">
      <dgm:prSet/>
      <dgm:spPr/>
      <dgm:t>
        <a:bodyPr/>
        <a:lstStyle/>
        <a:p>
          <a:endParaRPr lang="en-US"/>
        </a:p>
      </dgm:t>
    </dgm:pt>
    <dgm:pt modelId="{ED4FA598-10F9-4A28-9067-FB441A952BC5}" type="sibTrans" cxnId="{8F85AB08-EE03-465D-8CF2-09833A08A4FC}">
      <dgm:prSet/>
      <dgm:spPr/>
      <dgm:t>
        <a:bodyPr/>
        <a:lstStyle/>
        <a:p>
          <a:endParaRPr lang="en-US"/>
        </a:p>
      </dgm:t>
    </dgm:pt>
    <dgm:pt modelId="{509003C4-C5FE-4886-9AF1-5F940998E245}">
      <dgm:prSet/>
      <dgm:spPr/>
      <dgm:t>
        <a:bodyPr/>
        <a:lstStyle/>
        <a:p>
          <a:pPr>
            <a:defRPr b="1"/>
          </a:pPr>
          <a:r>
            <a:rPr lang="fr-FR" b="1"/>
            <a:t>Gestion unifiée des clubs affiliés</a:t>
          </a:r>
          <a:endParaRPr lang="en-US"/>
        </a:p>
      </dgm:t>
    </dgm:pt>
    <dgm:pt modelId="{6CAAE93D-E71D-4E81-8615-3414425B1DC9}" type="parTrans" cxnId="{0ED108DD-D24B-401C-8529-201F22C4CF58}">
      <dgm:prSet/>
      <dgm:spPr/>
      <dgm:t>
        <a:bodyPr/>
        <a:lstStyle/>
        <a:p>
          <a:endParaRPr lang="en-US"/>
        </a:p>
      </dgm:t>
    </dgm:pt>
    <dgm:pt modelId="{EDF1DAEA-720F-4F8F-BB32-DE149E493EA9}" type="sibTrans" cxnId="{0ED108DD-D24B-401C-8529-201F22C4CF58}">
      <dgm:prSet/>
      <dgm:spPr/>
      <dgm:t>
        <a:bodyPr/>
        <a:lstStyle/>
        <a:p>
          <a:endParaRPr lang="en-US"/>
        </a:p>
      </dgm:t>
    </dgm:pt>
    <dgm:pt modelId="{79C392AE-E7CF-4BBE-86C6-DA09F14F1A97}">
      <dgm:prSet/>
      <dgm:spPr/>
      <dgm:t>
        <a:bodyPr/>
        <a:lstStyle/>
        <a:p>
          <a:r>
            <a:rPr lang="fr-FR"/>
            <a:t>Suivez tous vos clubs affiliés sur une interface unique</a:t>
          </a:r>
          <a:endParaRPr lang="en-US"/>
        </a:p>
      </dgm:t>
    </dgm:pt>
    <dgm:pt modelId="{DD536031-9C7F-4165-883D-779C65C4C646}" type="parTrans" cxnId="{1562679D-9695-4F8D-94DD-75F1E1BAE85B}">
      <dgm:prSet/>
      <dgm:spPr/>
      <dgm:t>
        <a:bodyPr/>
        <a:lstStyle/>
        <a:p>
          <a:endParaRPr lang="en-US"/>
        </a:p>
      </dgm:t>
    </dgm:pt>
    <dgm:pt modelId="{0006A188-35B9-45C6-BF1E-A203A35AEBE5}" type="sibTrans" cxnId="{1562679D-9695-4F8D-94DD-75F1E1BAE85B}">
      <dgm:prSet/>
      <dgm:spPr/>
      <dgm:t>
        <a:bodyPr/>
        <a:lstStyle/>
        <a:p>
          <a:endParaRPr lang="en-US"/>
        </a:p>
      </dgm:t>
    </dgm:pt>
    <dgm:pt modelId="{11124E26-D1BE-455E-9024-40CDECE918F4}">
      <dgm:prSet/>
      <dgm:spPr/>
      <dgm:t>
        <a:bodyPr/>
        <a:lstStyle/>
        <a:p>
          <a:r>
            <a:rPr lang="fr-FR"/>
            <a:t>Gérez les demandes d'affiliation en ligne</a:t>
          </a:r>
          <a:endParaRPr lang="en-US"/>
        </a:p>
      </dgm:t>
    </dgm:pt>
    <dgm:pt modelId="{FD29FE21-85CE-4557-BA77-CA37B6581EC3}" type="parTrans" cxnId="{DF51A8F5-2897-42B3-B6E3-FEE9BB6F446D}">
      <dgm:prSet/>
      <dgm:spPr/>
      <dgm:t>
        <a:bodyPr/>
        <a:lstStyle/>
        <a:p>
          <a:endParaRPr lang="en-US"/>
        </a:p>
      </dgm:t>
    </dgm:pt>
    <dgm:pt modelId="{D566F736-86FB-464E-971B-CAA1404CF91A}" type="sibTrans" cxnId="{DF51A8F5-2897-42B3-B6E3-FEE9BB6F446D}">
      <dgm:prSet/>
      <dgm:spPr/>
      <dgm:t>
        <a:bodyPr/>
        <a:lstStyle/>
        <a:p>
          <a:endParaRPr lang="en-US"/>
        </a:p>
      </dgm:t>
    </dgm:pt>
    <dgm:pt modelId="{240A5137-7BCC-4B04-B405-BD82D6371693}">
      <dgm:prSet/>
      <dgm:spPr/>
      <dgm:t>
        <a:bodyPr/>
        <a:lstStyle/>
        <a:p>
          <a:r>
            <a:rPr lang="fr-FR"/>
            <a:t>Visualisez les statistiques par région, discipline ou catégorie</a:t>
          </a:r>
          <a:endParaRPr lang="en-US"/>
        </a:p>
      </dgm:t>
    </dgm:pt>
    <dgm:pt modelId="{A058FAFB-1291-4107-946E-0EAACDDD5994}" type="parTrans" cxnId="{A3426A73-1343-4405-BE77-721B8A536E8A}">
      <dgm:prSet/>
      <dgm:spPr/>
      <dgm:t>
        <a:bodyPr/>
        <a:lstStyle/>
        <a:p>
          <a:endParaRPr lang="en-US"/>
        </a:p>
      </dgm:t>
    </dgm:pt>
    <dgm:pt modelId="{01E54331-3334-4C37-90DD-B876ACE8CAB0}" type="sibTrans" cxnId="{A3426A73-1343-4405-BE77-721B8A536E8A}">
      <dgm:prSet/>
      <dgm:spPr/>
      <dgm:t>
        <a:bodyPr/>
        <a:lstStyle/>
        <a:p>
          <a:endParaRPr lang="en-US"/>
        </a:p>
      </dgm:t>
    </dgm:pt>
    <dgm:pt modelId="{049050A7-A303-4A2F-B88D-54DB03CCF376}">
      <dgm:prSet/>
      <dgm:spPr/>
      <dgm:t>
        <a:bodyPr/>
        <a:lstStyle/>
        <a:p>
          <a:r>
            <a:rPr lang="fr-FR"/>
            <a:t>Communiquez facilement avec l'ensemble du réseau</a:t>
          </a:r>
          <a:endParaRPr lang="en-US"/>
        </a:p>
      </dgm:t>
    </dgm:pt>
    <dgm:pt modelId="{1B216312-BE7F-4BD7-A50D-70BEBB092781}" type="parTrans" cxnId="{6BBBD0E7-1D3E-48E8-86B3-772C35837263}">
      <dgm:prSet/>
      <dgm:spPr/>
      <dgm:t>
        <a:bodyPr/>
        <a:lstStyle/>
        <a:p>
          <a:endParaRPr lang="en-US"/>
        </a:p>
      </dgm:t>
    </dgm:pt>
    <dgm:pt modelId="{55CB381E-5FD5-4951-A831-A6720137A067}" type="sibTrans" cxnId="{6BBBD0E7-1D3E-48E8-86B3-772C35837263}">
      <dgm:prSet/>
      <dgm:spPr/>
      <dgm:t>
        <a:bodyPr/>
        <a:lstStyle/>
        <a:p>
          <a:endParaRPr lang="en-US"/>
        </a:p>
      </dgm:t>
    </dgm:pt>
    <dgm:pt modelId="{6F21E729-E848-400B-B6AE-A21D5802AA6D}" type="pres">
      <dgm:prSet presAssocID="{E723184E-7EA3-4210-8293-869D8308BC29}" presName="root" presStyleCnt="0">
        <dgm:presLayoutVars>
          <dgm:dir/>
          <dgm:resizeHandles val="exact"/>
        </dgm:presLayoutVars>
      </dgm:prSet>
      <dgm:spPr/>
    </dgm:pt>
    <dgm:pt modelId="{855A5AB7-3417-4F53-A36F-762D634CA46F}" type="pres">
      <dgm:prSet presAssocID="{2D6B0664-BEF4-46D7-B431-BFFE95AAC306}" presName="compNode" presStyleCnt="0"/>
      <dgm:spPr/>
    </dgm:pt>
    <dgm:pt modelId="{9742E625-4CBF-4EDA-A1A5-321281291E95}" type="pres">
      <dgm:prSet presAssocID="{2D6B0664-BEF4-46D7-B431-BFFE95AAC30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érarchie"/>
        </a:ext>
      </dgm:extLst>
    </dgm:pt>
    <dgm:pt modelId="{36305B5E-048F-4763-8F48-86DA298F540D}" type="pres">
      <dgm:prSet presAssocID="{2D6B0664-BEF4-46D7-B431-BFFE95AAC306}" presName="iconSpace" presStyleCnt="0"/>
      <dgm:spPr/>
    </dgm:pt>
    <dgm:pt modelId="{CB5B705D-CCCA-45F1-AA22-086E71E1A29C}" type="pres">
      <dgm:prSet presAssocID="{2D6B0664-BEF4-46D7-B431-BFFE95AAC306}" presName="parTx" presStyleLbl="revTx" presStyleIdx="0" presStyleCnt="4">
        <dgm:presLayoutVars>
          <dgm:chMax val="0"/>
          <dgm:chPref val="0"/>
        </dgm:presLayoutVars>
      </dgm:prSet>
      <dgm:spPr/>
    </dgm:pt>
    <dgm:pt modelId="{8E44B363-D52E-45BC-B757-E159983CB2E3}" type="pres">
      <dgm:prSet presAssocID="{2D6B0664-BEF4-46D7-B431-BFFE95AAC306}" presName="txSpace" presStyleCnt="0"/>
      <dgm:spPr/>
    </dgm:pt>
    <dgm:pt modelId="{AFC7A38B-9BE5-455A-BB80-C88084E3C9B4}" type="pres">
      <dgm:prSet presAssocID="{2D6B0664-BEF4-46D7-B431-BFFE95AAC306}" presName="desTx" presStyleLbl="revTx" presStyleIdx="1" presStyleCnt="4">
        <dgm:presLayoutVars/>
      </dgm:prSet>
      <dgm:spPr/>
    </dgm:pt>
    <dgm:pt modelId="{ED7D3753-7B88-45C0-A256-1B9DADB255C6}" type="pres">
      <dgm:prSet presAssocID="{ED4FA598-10F9-4A28-9067-FB441A952BC5}" presName="sibTrans" presStyleCnt="0"/>
      <dgm:spPr/>
    </dgm:pt>
    <dgm:pt modelId="{9648E5D8-B236-4F20-A6EE-523CEA432548}" type="pres">
      <dgm:prSet presAssocID="{509003C4-C5FE-4886-9AF1-5F940998E245}" presName="compNode" presStyleCnt="0"/>
      <dgm:spPr/>
    </dgm:pt>
    <dgm:pt modelId="{551AA00E-9780-44D8-84DB-7AB4E51CEA6D}" type="pres">
      <dgm:prSet presAssocID="{509003C4-C5FE-4886-9AF1-5F940998E24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tilisateur"/>
        </a:ext>
      </dgm:extLst>
    </dgm:pt>
    <dgm:pt modelId="{D3F15B49-E31B-4A0D-B797-CA662AAF03B3}" type="pres">
      <dgm:prSet presAssocID="{509003C4-C5FE-4886-9AF1-5F940998E245}" presName="iconSpace" presStyleCnt="0"/>
      <dgm:spPr/>
    </dgm:pt>
    <dgm:pt modelId="{B53A80DB-E66E-4C9B-99BF-E7723683B5DA}" type="pres">
      <dgm:prSet presAssocID="{509003C4-C5FE-4886-9AF1-5F940998E245}" presName="parTx" presStyleLbl="revTx" presStyleIdx="2" presStyleCnt="4">
        <dgm:presLayoutVars>
          <dgm:chMax val="0"/>
          <dgm:chPref val="0"/>
        </dgm:presLayoutVars>
      </dgm:prSet>
      <dgm:spPr/>
    </dgm:pt>
    <dgm:pt modelId="{32966ADC-B60C-4A3F-A5E4-8DA5A8E7D5FE}" type="pres">
      <dgm:prSet presAssocID="{509003C4-C5FE-4886-9AF1-5F940998E245}" presName="txSpace" presStyleCnt="0"/>
      <dgm:spPr/>
    </dgm:pt>
    <dgm:pt modelId="{C479A7C9-13E2-4439-9756-0A87EC499C43}" type="pres">
      <dgm:prSet presAssocID="{509003C4-C5FE-4886-9AF1-5F940998E245}" presName="desTx" presStyleLbl="revTx" presStyleIdx="3" presStyleCnt="4">
        <dgm:presLayoutVars/>
      </dgm:prSet>
      <dgm:spPr/>
    </dgm:pt>
  </dgm:ptLst>
  <dgm:cxnLst>
    <dgm:cxn modelId="{36DD9702-4CAC-4CE6-A35C-43F1C36FC55B}" type="presOf" srcId="{11124E26-D1BE-455E-9024-40CDECE918F4}" destId="{C479A7C9-13E2-4439-9756-0A87EC499C43}" srcOrd="0" destOrd="1" presId="urn:microsoft.com/office/officeart/2018/5/layout/CenteredIconLabelDescriptionList"/>
    <dgm:cxn modelId="{8F85AB08-EE03-465D-8CF2-09833A08A4FC}" srcId="{E723184E-7EA3-4210-8293-869D8308BC29}" destId="{2D6B0664-BEF4-46D7-B431-BFFE95AAC306}" srcOrd="0" destOrd="0" parTransId="{E4B007C5-8DAA-491C-8A62-02B56258C3FE}" sibTransId="{ED4FA598-10F9-4A28-9067-FB441A952BC5}"/>
    <dgm:cxn modelId="{63601F13-ED1D-4134-B823-DB6FAF6EDBB8}" type="presOf" srcId="{049050A7-A303-4A2F-B88D-54DB03CCF376}" destId="{C479A7C9-13E2-4439-9756-0A87EC499C43}" srcOrd="0" destOrd="3" presId="urn:microsoft.com/office/officeart/2018/5/layout/CenteredIconLabelDescriptionList"/>
    <dgm:cxn modelId="{DCE6292C-0B03-4566-9942-099BAB0DB627}" type="presOf" srcId="{2D6B0664-BEF4-46D7-B431-BFFE95AAC306}" destId="{CB5B705D-CCCA-45F1-AA22-086E71E1A29C}" srcOrd="0" destOrd="0" presId="urn:microsoft.com/office/officeart/2018/5/layout/CenteredIconLabelDescriptionList"/>
    <dgm:cxn modelId="{2123826B-6484-4010-A4D8-33C5C3E697F8}" type="presOf" srcId="{79C392AE-E7CF-4BBE-86C6-DA09F14F1A97}" destId="{C479A7C9-13E2-4439-9756-0A87EC499C43}" srcOrd="0" destOrd="0" presId="urn:microsoft.com/office/officeart/2018/5/layout/CenteredIconLabelDescriptionList"/>
    <dgm:cxn modelId="{C487F76C-51D5-4EEF-A084-FB3A987A9A1B}" type="presOf" srcId="{509003C4-C5FE-4886-9AF1-5F940998E245}" destId="{B53A80DB-E66E-4C9B-99BF-E7723683B5DA}" srcOrd="0" destOrd="0" presId="urn:microsoft.com/office/officeart/2018/5/layout/CenteredIconLabelDescriptionList"/>
    <dgm:cxn modelId="{A3426A73-1343-4405-BE77-721B8A536E8A}" srcId="{509003C4-C5FE-4886-9AF1-5F940998E245}" destId="{240A5137-7BCC-4B04-B405-BD82D6371693}" srcOrd="2" destOrd="0" parTransId="{A058FAFB-1291-4107-946E-0EAACDDD5994}" sibTransId="{01E54331-3334-4C37-90DD-B876ACE8CAB0}"/>
    <dgm:cxn modelId="{5C1FC68A-02EA-473D-8728-B4BC26CB5096}" type="presOf" srcId="{240A5137-7BCC-4B04-B405-BD82D6371693}" destId="{C479A7C9-13E2-4439-9756-0A87EC499C43}" srcOrd="0" destOrd="2" presId="urn:microsoft.com/office/officeart/2018/5/layout/CenteredIconLabelDescriptionList"/>
    <dgm:cxn modelId="{1562679D-9695-4F8D-94DD-75F1E1BAE85B}" srcId="{509003C4-C5FE-4886-9AF1-5F940998E245}" destId="{79C392AE-E7CF-4BBE-86C6-DA09F14F1A97}" srcOrd="0" destOrd="0" parTransId="{DD536031-9C7F-4165-883D-779C65C4C646}" sibTransId="{0006A188-35B9-45C6-BF1E-A203A35AEBE5}"/>
    <dgm:cxn modelId="{8230C9D8-BFFA-45D2-93C2-441E614449A9}" type="presOf" srcId="{E723184E-7EA3-4210-8293-869D8308BC29}" destId="{6F21E729-E848-400B-B6AE-A21D5802AA6D}" srcOrd="0" destOrd="0" presId="urn:microsoft.com/office/officeart/2018/5/layout/CenteredIconLabelDescriptionList"/>
    <dgm:cxn modelId="{0ED108DD-D24B-401C-8529-201F22C4CF58}" srcId="{E723184E-7EA3-4210-8293-869D8308BC29}" destId="{509003C4-C5FE-4886-9AF1-5F940998E245}" srcOrd="1" destOrd="0" parTransId="{6CAAE93D-E71D-4E81-8615-3414425B1DC9}" sibTransId="{EDF1DAEA-720F-4F8F-BB32-DE149E493EA9}"/>
    <dgm:cxn modelId="{6BBBD0E7-1D3E-48E8-86B3-772C35837263}" srcId="{509003C4-C5FE-4886-9AF1-5F940998E245}" destId="{049050A7-A303-4A2F-B88D-54DB03CCF376}" srcOrd="3" destOrd="0" parTransId="{1B216312-BE7F-4BD7-A50D-70BEBB092781}" sibTransId="{55CB381E-5FD5-4951-A831-A6720137A067}"/>
    <dgm:cxn modelId="{DF51A8F5-2897-42B3-B6E3-FEE9BB6F446D}" srcId="{509003C4-C5FE-4886-9AF1-5F940998E245}" destId="{11124E26-D1BE-455E-9024-40CDECE918F4}" srcOrd="1" destOrd="0" parTransId="{FD29FE21-85CE-4557-BA77-CA37B6581EC3}" sibTransId="{D566F736-86FB-464E-971B-CAA1404CF91A}"/>
    <dgm:cxn modelId="{1AF91C57-D89F-4BFE-852D-A170CBEB2C75}" type="presParOf" srcId="{6F21E729-E848-400B-B6AE-A21D5802AA6D}" destId="{855A5AB7-3417-4F53-A36F-762D634CA46F}" srcOrd="0" destOrd="0" presId="urn:microsoft.com/office/officeart/2018/5/layout/CenteredIconLabelDescriptionList"/>
    <dgm:cxn modelId="{EF557F67-AC41-44BB-A0EA-81C5602CBAF1}" type="presParOf" srcId="{855A5AB7-3417-4F53-A36F-762D634CA46F}" destId="{9742E625-4CBF-4EDA-A1A5-321281291E95}" srcOrd="0" destOrd="0" presId="urn:microsoft.com/office/officeart/2018/5/layout/CenteredIconLabelDescriptionList"/>
    <dgm:cxn modelId="{A544FD1F-352F-408A-BF29-6EE7B439CEB5}" type="presParOf" srcId="{855A5AB7-3417-4F53-A36F-762D634CA46F}" destId="{36305B5E-048F-4763-8F48-86DA298F540D}" srcOrd="1" destOrd="0" presId="urn:microsoft.com/office/officeart/2018/5/layout/CenteredIconLabelDescriptionList"/>
    <dgm:cxn modelId="{C83AE1C7-A1B2-456E-9639-48BA10DD4C8B}" type="presParOf" srcId="{855A5AB7-3417-4F53-A36F-762D634CA46F}" destId="{CB5B705D-CCCA-45F1-AA22-086E71E1A29C}" srcOrd="2" destOrd="0" presId="urn:microsoft.com/office/officeart/2018/5/layout/CenteredIconLabelDescriptionList"/>
    <dgm:cxn modelId="{1A10D4AC-C350-4615-84F9-A0F249B96D8C}" type="presParOf" srcId="{855A5AB7-3417-4F53-A36F-762D634CA46F}" destId="{8E44B363-D52E-45BC-B757-E159983CB2E3}" srcOrd="3" destOrd="0" presId="urn:microsoft.com/office/officeart/2018/5/layout/CenteredIconLabelDescriptionList"/>
    <dgm:cxn modelId="{EE75326C-E6AA-48B1-A98F-11947CF9658B}" type="presParOf" srcId="{855A5AB7-3417-4F53-A36F-762D634CA46F}" destId="{AFC7A38B-9BE5-455A-BB80-C88084E3C9B4}" srcOrd="4" destOrd="0" presId="urn:microsoft.com/office/officeart/2018/5/layout/CenteredIconLabelDescriptionList"/>
    <dgm:cxn modelId="{54F93F1F-D643-482A-A5A1-212848E82558}" type="presParOf" srcId="{6F21E729-E848-400B-B6AE-A21D5802AA6D}" destId="{ED7D3753-7B88-45C0-A256-1B9DADB255C6}" srcOrd="1" destOrd="0" presId="urn:microsoft.com/office/officeart/2018/5/layout/CenteredIconLabelDescriptionList"/>
    <dgm:cxn modelId="{1C7150CE-7739-4350-9AD1-7CC07E091C46}" type="presParOf" srcId="{6F21E729-E848-400B-B6AE-A21D5802AA6D}" destId="{9648E5D8-B236-4F20-A6EE-523CEA432548}" srcOrd="2" destOrd="0" presId="urn:microsoft.com/office/officeart/2018/5/layout/CenteredIconLabelDescriptionList"/>
    <dgm:cxn modelId="{D22DA301-680E-45B2-BC1C-6033C72CE6C2}" type="presParOf" srcId="{9648E5D8-B236-4F20-A6EE-523CEA432548}" destId="{551AA00E-9780-44D8-84DB-7AB4E51CEA6D}" srcOrd="0" destOrd="0" presId="urn:microsoft.com/office/officeart/2018/5/layout/CenteredIconLabelDescriptionList"/>
    <dgm:cxn modelId="{E7777877-225A-4321-BEFC-EF984D470C6C}" type="presParOf" srcId="{9648E5D8-B236-4F20-A6EE-523CEA432548}" destId="{D3F15B49-E31B-4A0D-B797-CA662AAF03B3}" srcOrd="1" destOrd="0" presId="urn:microsoft.com/office/officeart/2018/5/layout/CenteredIconLabelDescriptionList"/>
    <dgm:cxn modelId="{7B41B22D-E737-47E5-83A3-239D316ADEB1}" type="presParOf" srcId="{9648E5D8-B236-4F20-A6EE-523CEA432548}" destId="{B53A80DB-E66E-4C9B-99BF-E7723683B5DA}" srcOrd="2" destOrd="0" presId="urn:microsoft.com/office/officeart/2018/5/layout/CenteredIconLabelDescriptionList"/>
    <dgm:cxn modelId="{10E93E01-F8C7-445B-B149-AD14762C401A}" type="presParOf" srcId="{9648E5D8-B236-4F20-A6EE-523CEA432548}" destId="{32966ADC-B60C-4A3F-A5E4-8DA5A8E7D5FE}" srcOrd="3" destOrd="0" presId="urn:microsoft.com/office/officeart/2018/5/layout/CenteredIconLabelDescriptionList"/>
    <dgm:cxn modelId="{3D7955A1-5CF3-4F9D-81CF-51AAC5336FF9}" type="presParOf" srcId="{9648E5D8-B236-4F20-A6EE-523CEA432548}" destId="{C479A7C9-13E2-4439-9756-0A87EC499C43}"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8EE6DE8-292D-4707-98C5-54B5965EDE2A}"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91A00017-31A3-447C-A27C-8E38DF2F9178}">
      <dgm:prSet/>
      <dgm:spPr/>
      <dgm:t>
        <a:bodyPr/>
        <a:lstStyle/>
        <a:p>
          <a:pPr>
            <a:defRPr cap="all"/>
          </a:pPr>
          <a:r>
            <a:rPr lang="fr-FR" b="0" i="0" baseline="0"/>
            <a:t>Centralisez tous les documents officiels de la fédération </a:t>
          </a:r>
          <a:endParaRPr lang="en-US"/>
        </a:p>
      </dgm:t>
    </dgm:pt>
    <dgm:pt modelId="{B7872634-DBD6-45CC-9E2D-DB7C51F39FE5}" type="parTrans" cxnId="{E40DE7FF-E40C-4699-829F-BDD0464809DE}">
      <dgm:prSet/>
      <dgm:spPr/>
      <dgm:t>
        <a:bodyPr/>
        <a:lstStyle/>
        <a:p>
          <a:endParaRPr lang="en-US"/>
        </a:p>
      </dgm:t>
    </dgm:pt>
    <dgm:pt modelId="{56631120-6CEC-48EE-B8B3-F80CC6C1CD26}" type="sibTrans" cxnId="{E40DE7FF-E40C-4699-829F-BDD0464809DE}">
      <dgm:prSet/>
      <dgm:spPr/>
      <dgm:t>
        <a:bodyPr/>
        <a:lstStyle/>
        <a:p>
          <a:endParaRPr lang="en-US"/>
        </a:p>
      </dgm:t>
    </dgm:pt>
    <dgm:pt modelId="{2F022177-D20B-4970-A4A5-D2873706DBAC}">
      <dgm:prSet/>
      <dgm:spPr/>
      <dgm:t>
        <a:bodyPr/>
        <a:lstStyle/>
        <a:p>
          <a:pPr>
            <a:defRPr cap="all"/>
          </a:pPr>
          <a:r>
            <a:rPr lang="fr-FR" b="0" i="0" baseline="0"/>
            <a:t>Distribuez instantanément règlements et chartes aux clubs affiliés </a:t>
          </a:r>
          <a:endParaRPr lang="en-US"/>
        </a:p>
      </dgm:t>
    </dgm:pt>
    <dgm:pt modelId="{52542B5E-783F-42E3-96B3-414215BD48A4}" type="parTrans" cxnId="{216F653D-C4A5-4E24-91A4-ED280C6B4B67}">
      <dgm:prSet/>
      <dgm:spPr/>
      <dgm:t>
        <a:bodyPr/>
        <a:lstStyle/>
        <a:p>
          <a:endParaRPr lang="en-US"/>
        </a:p>
      </dgm:t>
    </dgm:pt>
    <dgm:pt modelId="{C9F8FD9C-4A30-4178-A680-3549D6B090E4}" type="sibTrans" cxnId="{216F653D-C4A5-4E24-91A4-ED280C6B4B67}">
      <dgm:prSet/>
      <dgm:spPr/>
      <dgm:t>
        <a:bodyPr/>
        <a:lstStyle/>
        <a:p>
          <a:endParaRPr lang="en-US"/>
        </a:p>
      </dgm:t>
    </dgm:pt>
    <dgm:pt modelId="{F5E26078-D7F4-4F26-8F8C-EC6F4E2D86F1}">
      <dgm:prSet/>
      <dgm:spPr/>
      <dgm:t>
        <a:bodyPr/>
        <a:lstStyle/>
        <a:p>
          <a:pPr>
            <a:defRPr cap="all"/>
          </a:pPr>
          <a:r>
            <a:rPr lang="fr-FR" b="0" i="0" baseline="0"/>
            <a:t>Archivez résultats et rapports de compétitions </a:t>
          </a:r>
          <a:endParaRPr lang="en-US"/>
        </a:p>
      </dgm:t>
    </dgm:pt>
    <dgm:pt modelId="{5AD47724-8582-4AB6-8071-0E33CF255E15}" type="parTrans" cxnId="{9EC1E7A9-B588-43D6-B529-9FD510124271}">
      <dgm:prSet/>
      <dgm:spPr/>
      <dgm:t>
        <a:bodyPr/>
        <a:lstStyle/>
        <a:p>
          <a:endParaRPr lang="en-US"/>
        </a:p>
      </dgm:t>
    </dgm:pt>
    <dgm:pt modelId="{537CDC89-3237-41F0-A875-1A6886CE67A3}" type="sibTrans" cxnId="{9EC1E7A9-B588-43D6-B529-9FD510124271}">
      <dgm:prSet/>
      <dgm:spPr/>
      <dgm:t>
        <a:bodyPr/>
        <a:lstStyle/>
        <a:p>
          <a:endParaRPr lang="en-US"/>
        </a:p>
      </dgm:t>
    </dgm:pt>
    <dgm:pt modelId="{FF24ED0C-ADA1-4FBF-AF49-DCCA31AA5247}">
      <dgm:prSet/>
      <dgm:spPr/>
      <dgm:t>
        <a:bodyPr/>
        <a:lstStyle/>
        <a:p>
          <a:pPr>
            <a:defRPr cap="all"/>
          </a:pPr>
          <a:r>
            <a:rPr lang="fr-FR" b="0" i="0" baseline="0"/>
            <a:t>Gérez les documents de certification des juges et arbitres </a:t>
          </a:r>
          <a:endParaRPr lang="en-US"/>
        </a:p>
      </dgm:t>
    </dgm:pt>
    <dgm:pt modelId="{BF1C2251-62A3-4301-A135-3C10734F76BF}" type="parTrans" cxnId="{6805C4CC-E3E2-42A7-8847-5B7121D3D531}">
      <dgm:prSet/>
      <dgm:spPr/>
      <dgm:t>
        <a:bodyPr/>
        <a:lstStyle/>
        <a:p>
          <a:endParaRPr lang="en-US"/>
        </a:p>
      </dgm:t>
    </dgm:pt>
    <dgm:pt modelId="{CED4200B-1359-4A6A-82F4-E58825F95A48}" type="sibTrans" cxnId="{6805C4CC-E3E2-42A7-8847-5B7121D3D531}">
      <dgm:prSet/>
      <dgm:spPr/>
      <dgm:t>
        <a:bodyPr/>
        <a:lstStyle/>
        <a:p>
          <a:endParaRPr lang="en-US"/>
        </a:p>
      </dgm:t>
    </dgm:pt>
    <dgm:pt modelId="{2CFBFA97-CF51-4A24-BEC1-3FD5E5B67429}">
      <dgm:prSet/>
      <dgm:spPr/>
      <dgm:t>
        <a:bodyPr/>
        <a:lstStyle/>
        <a:p>
          <a:pPr>
            <a:defRPr cap="all"/>
          </a:pPr>
          <a:r>
            <a:rPr lang="fr-FR" b="0" i="0" baseline="0"/>
            <a:t>Contrôlez précisément les droits d'accès à chaque document </a:t>
          </a:r>
          <a:endParaRPr lang="en-US"/>
        </a:p>
      </dgm:t>
    </dgm:pt>
    <dgm:pt modelId="{14046BB4-2075-4C53-AE41-03921F789F2E}" type="parTrans" cxnId="{CD520B91-1BAD-4007-A124-149D5E25BC88}">
      <dgm:prSet/>
      <dgm:spPr/>
      <dgm:t>
        <a:bodyPr/>
        <a:lstStyle/>
        <a:p>
          <a:endParaRPr lang="en-US"/>
        </a:p>
      </dgm:t>
    </dgm:pt>
    <dgm:pt modelId="{6CC2C7D7-FB5D-4013-88AB-1274BCD75824}" type="sibTrans" cxnId="{CD520B91-1BAD-4007-A124-149D5E25BC88}">
      <dgm:prSet/>
      <dgm:spPr/>
      <dgm:t>
        <a:bodyPr/>
        <a:lstStyle/>
        <a:p>
          <a:endParaRPr lang="en-US"/>
        </a:p>
      </dgm:t>
    </dgm:pt>
    <dgm:pt modelId="{074FB109-6829-4DE4-98F1-945AE68C76BD}" type="pres">
      <dgm:prSet presAssocID="{B8EE6DE8-292D-4707-98C5-54B5965EDE2A}" presName="root" presStyleCnt="0">
        <dgm:presLayoutVars>
          <dgm:dir/>
          <dgm:resizeHandles val="exact"/>
        </dgm:presLayoutVars>
      </dgm:prSet>
      <dgm:spPr/>
    </dgm:pt>
    <dgm:pt modelId="{463FBE07-7F6A-4D9E-8B9C-85112C483F4C}" type="pres">
      <dgm:prSet presAssocID="{91A00017-31A3-447C-A27C-8E38DF2F9178}" presName="compNode" presStyleCnt="0"/>
      <dgm:spPr/>
    </dgm:pt>
    <dgm:pt modelId="{EBD0B45E-6DA2-4361-A54B-2B4350634887}" type="pres">
      <dgm:prSet presAssocID="{91A00017-31A3-447C-A27C-8E38DF2F9178}" presName="iconBgRect" presStyleLbl="bgShp" presStyleIdx="0" presStyleCnt="5"/>
      <dgm:spPr/>
    </dgm:pt>
    <dgm:pt modelId="{5120C34A-EBD1-48BE-AACE-99929B49932F}" type="pres">
      <dgm:prSet presAssocID="{91A00017-31A3-447C-A27C-8E38DF2F917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D4F6FC1F-7204-46AD-887C-8A433FF431E2}" type="pres">
      <dgm:prSet presAssocID="{91A00017-31A3-447C-A27C-8E38DF2F9178}" presName="spaceRect" presStyleCnt="0"/>
      <dgm:spPr/>
    </dgm:pt>
    <dgm:pt modelId="{BD10E424-9011-4039-AA48-4258241A0388}" type="pres">
      <dgm:prSet presAssocID="{91A00017-31A3-447C-A27C-8E38DF2F9178}" presName="textRect" presStyleLbl="revTx" presStyleIdx="0" presStyleCnt="5">
        <dgm:presLayoutVars>
          <dgm:chMax val="1"/>
          <dgm:chPref val="1"/>
        </dgm:presLayoutVars>
      </dgm:prSet>
      <dgm:spPr/>
    </dgm:pt>
    <dgm:pt modelId="{32494BE6-9067-4A10-BC4B-3D592785E5BB}" type="pres">
      <dgm:prSet presAssocID="{56631120-6CEC-48EE-B8B3-F80CC6C1CD26}" presName="sibTrans" presStyleCnt="0"/>
      <dgm:spPr/>
    </dgm:pt>
    <dgm:pt modelId="{4998539E-BDB0-4FE4-89F2-C4AA1154D312}" type="pres">
      <dgm:prSet presAssocID="{2F022177-D20B-4970-A4A5-D2873706DBAC}" presName="compNode" presStyleCnt="0"/>
      <dgm:spPr/>
    </dgm:pt>
    <dgm:pt modelId="{6CF77BD8-58E1-4359-9E9E-1109DC13C45D}" type="pres">
      <dgm:prSet presAssocID="{2F022177-D20B-4970-A4A5-D2873706DBAC}" presName="iconBgRect" presStyleLbl="bgShp" presStyleIdx="1" presStyleCnt="5"/>
      <dgm:spPr/>
    </dgm:pt>
    <dgm:pt modelId="{E30D7A23-0CAF-42DB-88F2-5C85ED6C55AF}" type="pres">
      <dgm:prSet presAssocID="{2F022177-D20B-4970-A4A5-D2873706DBA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que"/>
        </a:ext>
      </dgm:extLst>
    </dgm:pt>
    <dgm:pt modelId="{C6C64558-4AAD-4FF0-9467-1AF596112B5A}" type="pres">
      <dgm:prSet presAssocID="{2F022177-D20B-4970-A4A5-D2873706DBAC}" presName="spaceRect" presStyleCnt="0"/>
      <dgm:spPr/>
    </dgm:pt>
    <dgm:pt modelId="{9A254CB6-0D07-4B9F-8834-E91BE17133BD}" type="pres">
      <dgm:prSet presAssocID="{2F022177-D20B-4970-A4A5-D2873706DBAC}" presName="textRect" presStyleLbl="revTx" presStyleIdx="1" presStyleCnt="5">
        <dgm:presLayoutVars>
          <dgm:chMax val="1"/>
          <dgm:chPref val="1"/>
        </dgm:presLayoutVars>
      </dgm:prSet>
      <dgm:spPr/>
    </dgm:pt>
    <dgm:pt modelId="{8068E877-9C50-4D85-8331-D82221B00AE2}" type="pres">
      <dgm:prSet presAssocID="{C9F8FD9C-4A30-4178-A680-3549D6B090E4}" presName="sibTrans" presStyleCnt="0"/>
      <dgm:spPr/>
    </dgm:pt>
    <dgm:pt modelId="{05A21B82-3B06-45FA-9AFA-12686E578527}" type="pres">
      <dgm:prSet presAssocID="{F5E26078-D7F4-4F26-8F8C-EC6F4E2D86F1}" presName="compNode" presStyleCnt="0"/>
      <dgm:spPr/>
    </dgm:pt>
    <dgm:pt modelId="{97B70ECB-697D-4253-B7C8-81834ECABF8F}" type="pres">
      <dgm:prSet presAssocID="{F5E26078-D7F4-4F26-8F8C-EC6F4E2D86F1}" presName="iconBgRect" presStyleLbl="bgShp" presStyleIdx="2" presStyleCnt="5"/>
      <dgm:spPr/>
    </dgm:pt>
    <dgm:pt modelId="{39D0E9BC-C0E8-4739-ADF8-DC67A0A70DDD}" type="pres">
      <dgm:prSet presAssocID="{F5E26078-D7F4-4F26-8F8C-EC6F4E2D86F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6084BCCD-22A6-4B67-B0A3-DB74CD8C1291}" type="pres">
      <dgm:prSet presAssocID="{F5E26078-D7F4-4F26-8F8C-EC6F4E2D86F1}" presName="spaceRect" presStyleCnt="0"/>
      <dgm:spPr/>
    </dgm:pt>
    <dgm:pt modelId="{A9499068-1760-4CA3-AB9D-4E0D0D1A71B6}" type="pres">
      <dgm:prSet presAssocID="{F5E26078-D7F4-4F26-8F8C-EC6F4E2D86F1}" presName="textRect" presStyleLbl="revTx" presStyleIdx="2" presStyleCnt="5">
        <dgm:presLayoutVars>
          <dgm:chMax val="1"/>
          <dgm:chPref val="1"/>
        </dgm:presLayoutVars>
      </dgm:prSet>
      <dgm:spPr/>
    </dgm:pt>
    <dgm:pt modelId="{107F1DA2-182C-4D48-A50E-76FC0184D3DB}" type="pres">
      <dgm:prSet presAssocID="{537CDC89-3237-41F0-A875-1A6886CE67A3}" presName="sibTrans" presStyleCnt="0"/>
      <dgm:spPr/>
    </dgm:pt>
    <dgm:pt modelId="{00189A46-BD16-4B3B-A9A2-21F91E01411E}" type="pres">
      <dgm:prSet presAssocID="{FF24ED0C-ADA1-4FBF-AF49-DCCA31AA5247}" presName="compNode" presStyleCnt="0"/>
      <dgm:spPr/>
    </dgm:pt>
    <dgm:pt modelId="{1AC5E247-7652-45DB-9F11-5ADACEEDAFAD}" type="pres">
      <dgm:prSet presAssocID="{FF24ED0C-ADA1-4FBF-AF49-DCCA31AA5247}" presName="iconBgRect" presStyleLbl="bgShp" presStyleIdx="3" presStyleCnt="5"/>
      <dgm:spPr/>
    </dgm:pt>
    <dgm:pt modelId="{CE443898-2153-4ACB-A607-A726638EB891}" type="pres">
      <dgm:prSet presAssocID="{FF24ED0C-ADA1-4FBF-AF49-DCCA31AA5247}"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rteau d'officiel"/>
        </a:ext>
      </dgm:extLst>
    </dgm:pt>
    <dgm:pt modelId="{7E444E77-D043-499F-AAF5-F30085F2F5A5}" type="pres">
      <dgm:prSet presAssocID="{FF24ED0C-ADA1-4FBF-AF49-DCCA31AA5247}" presName="spaceRect" presStyleCnt="0"/>
      <dgm:spPr/>
    </dgm:pt>
    <dgm:pt modelId="{BFA10E0D-6A32-4FCE-BA69-4C83BC72FCF5}" type="pres">
      <dgm:prSet presAssocID="{FF24ED0C-ADA1-4FBF-AF49-DCCA31AA5247}" presName="textRect" presStyleLbl="revTx" presStyleIdx="3" presStyleCnt="5">
        <dgm:presLayoutVars>
          <dgm:chMax val="1"/>
          <dgm:chPref val="1"/>
        </dgm:presLayoutVars>
      </dgm:prSet>
      <dgm:spPr/>
    </dgm:pt>
    <dgm:pt modelId="{85A0BC30-9729-4944-95DD-00FCA8E0FF22}" type="pres">
      <dgm:prSet presAssocID="{CED4200B-1359-4A6A-82F4-E58825F95A48}" presName="sibTrans" presStyleCnt="0"/>
      <dgm:spPr/>
    </dgm:pt>
    <dgm:pt modelId="{85A5FB33-95B8-499C-849E-927EFF91FD20}" type="pres">
      <dgm:prSet presAssocID="{2CFBFA97-CF51-4A24-BEC1-3FD5E5B67429}" presName="compNode" presStyleCnt="0"/>
      <dgm:spPr/>
    </dgm:pt>
    <dgm:pt modelId="{5C3917D9-05DE-42D8-8888-E70A4C2AB6FD}" type="pres">
      <dgm:prSet presAssocID="{2CFBFA97-CF51-4A24-BEC1-3FD5E5B67429}" presName="iconBgRect" presStyleLbl="bgShp" presStyleIdx="4" presStyleCnt="5"/>
      <dgm:spPr/>
    </dgm:pt>
    <dgm:pt modelId="{DA0E0A85-E66E-40CC-9C45-6A9FF38D9061}" type="pres">
      <dgm:prSet presAssocID="{2CFBFA97-CF51-4A24-BEC1-3FD5E5B6742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che"/>
        </a:ext>
      </dgm:extLst>
    </dgm:pt>
    <dgm:pt modelId="{173ADE3E-19C1-456C-9461-B302E7D9C490}" type="pres">
      <dgm:prSet presAssocID="{2CFBFA97-CF51-4A24-BEC1-3FD5E5B67429}" presName="spaceRect" presStyleCnt="0"/>
      <dgm:spPr/>
    </dgm:pt>
    <dgm:pt modelId="{E25FBF06-61AD-4B7D-954B-6A7C78038318}" type="pres">
      <dgm:prSet presAssocID="{2CFBFA97-CF51-4A24-BEC1-3FD5E5B67429}" presName="textRect" presStyleLbl="revTx" presStyleIdx="4" presStyleCnt="5">
        <dgm:presLayoutVars>
          <dgm:chMax val="1"/>
          <dgm:chPref val="1"/>
        </dgm:presLayoutVars>
      </dgm:prSet>
      <dgm:spPr/>
    </dgm:pt>
  </dgm:ptLst>
  <dgm:cxnLst>
    <dgm:cxn modelId="{216F653D-C4A5-4E24-91A4-ED280C6B4B67}" srcId="{B8EE6DE8-292D-4707-98C5-54B5965EDE2A}" destId="{2F022177-D20B-4970-A4A5-D2873706DBAC}" srcOrd="1" destOrd="0" parTransId="{52542B5E-783F-42E3-96B3-414215BD48A4}" sibTransId="{C9F8FD9C-4A30-4178-A680-3549D6B090E4}"/>
    <dgm:cxn modelId="{B66FAC66-523A-4D5C-BAD3-C5EF41FCA657}" type="presOf" srcId="{FF24ED0C-ADA1-4FBF-AF49-DCCA31AA5247}" destId="{BFA10E0D-6A32-4FCE-BA69-4C83BC72FCF5}" srcOrd="0" destOrd="0" presId="urn:microsoft.com/office/officeart/2018/5/layout/IconCircleLabelList"/>
    <dgm:cxn modelId="{C7675E69-EF78-41E0-A530-7A424DB886F3}" type="presOf" srcId="{2CFBFA97-CF51-4A24-BEC1-3FD5E5B67429}" destId="{E25FBF06-61AD-4B7D-954B-6A7C78038318}" srcOrd="0" destOrd="0" presId="urn:microsoft.com/office/officeart/2018/5/layout/IconCircleLabelList"/>
    <dgm:cxn modelId="{7C6CE649-9027-4923-B76E-811DF381D582}" type="presOf" srcId="{2F022177-D20B-4970-A4A5-D2873706DBAC}" destId="{9A254CB6-0D07-4B9F-8834-E91BE17133BD}" srcOrd="0" destOrd="0" presId="urn:microsoft.com/office/officeart/2018/5/layout/IconCircleLabelList"/>
    <dgm:cxn modelId="{CD520B91-1BAD-4007-A124-149D5E25BC88}" srcId="{B8EE6DE8-292D-4707-98C5-54B5965EDE2A}" destId="{2CFBFA97-CF51-4A24-BEC1-3FD5E5B67429}" srcOrd="4" destOrd="0" parTransId="{14046BB4-2075-4C53-AE41-03921F789F2E}" sibTransId="{6CC2C7D7-FB5D-4013-88AB-1274BCD75824}"/>
    <dgm:cxn modelId="{E9B26B98-A195-4970-BEF4-F5D32D352037}" type="presOf" srcId="{B8EE6DE8-292D-4707-98C5-54B5965EDE2A}" destId="{074FB109-6829-4DE4-98F1-945AE68C76BD}" srcOrd="0" destOrd="0" presId="urn:microsoft.com/office/officeart/2018/5/layout/IconCircleLabelList"/>
    <dgm:cxn modelId="{9EC1E7A9-B588-43D6-B529-9FD510124271}" srcId="{B8EE6DE8-292D-4707-98C5-54B5965EDE2A}" destId="{F5E26078-D7F4-4F26-8F8C-EC6F4E2D86F1}" srcOrd="2" destOrd="0" parTransId="{5AD47724-8582-4AB6-8071-0E33CF255E15}" sibTransId="{537CDC89-3237-41F0-A875-1A6886CE67A3}"/>
    <dgm:cxn modelId="{2FE533B7-E43D-4699-A04D-B3772F2D9089}" type="presOf" srcId="{F5E26078-D7F4-4F26-8F8C-EC6F4E2D86F1}" destId="{A9499068-1760-4CA3-AB9D-4E0D0D1A71B6}" srcOrd="0" destOrd="0" presId="urn:microsoft.com/office/officeart/2018/5/layout/IconCircleLabelList"/>
    <dgm:cxn modelId="{6805C4CC-E3E2-42A7-8847-5B7121D3D531}" srcId="{B8EE6DE8-292D-4707-98C5-54B5965EDE2A}" destId="{FF24ED0C-ADA1-4FBF-AF49-DCCA31AA5247}" srcOrd="3" destOrd="0" parTransId="{BF1C2251-62A3-4301-A135-3C10734F76BF}" sibTransId="{CED4200B-1359-4A6A-82F4-E58825F95A48}"/>
    <dgm:cxn modelId="{30AA19F7-8089-4ECE-A7F5-90E63EC7395A}" type="presOf" srcId="{91A00017-31A3-447C-A27C-8E38DF2F9178}" destId="{BD10E424-9011-4039-AA48-4258241A0388}" srcOrd="0" destOrd="0" presId="urn:microsoft.com/office/officeart/2018/5/layout/IconCircleLabelList"/>
    <dgm:cxn modelId="{E40DE7FF-E40C-4699-829F-BDD0464809DE}" srcId="{B8EE6DE8-292D-4707-98C5-54B5965EDE2A}" destId="{91A00017-31A3-447C-A27C-8E38DF2F9178}" srcOrd="0" destOrd="0" parTransId="{B7872634-DBD6-45CC-9E2D-DB7C51F39FE5}" sibTransId="{56631120-6CEC-48EE-B8B3-F80CC6C1CD26}"/>
    <dgm:cxn modelId="{B2907EFD-7A9A-4C15-8CF0-2A544EF26F1D}" type="presParOf" srcId="{074FB109-6829-4DE4-98F1-945AE68C76BD}" destId="{463FBE07-7F6A-4D9E-8B9C-85112C483F4C}" srcOrd="0" destOrd="0" presId="urn:microsoft.com/office/officeart/2018/5/layout/IconCircleLabelList"/>
    <dgm:cxn modelId="{51B1B7D9-6C45-4F21-BB58-F480A8386492}" type="presParOf" srcId="{463FBE07-7F6A-4D9E-8B9C-85112C483F4C}" destId="{EBD0B45E-6DA2-4361-A54B-2B4350634887}" srcOrd="0" destOrd="0" presId="urn:microsoft.com/office/officeart/2018/5/layout/IconCircleLabelList"/>
    <dgm:cxn modelId="{7C7333A8-B3D9-4D57-8041-7D12342A620C}" type="presParOf" srcId="{463FBE07-7F6A-4D9E-8B9C-85112C483F4C}" destId="{5120C34A-EBD1-48BE-AACE-99929B49932F}" srcOrd="1" destOrd="0" presId="urn:microsoft.com/office/officeart/2018/5/layout/IconCircleLabelList"/>
    <dgm:cxn modelId="{60732F9D-96BD-490A-8BE9-BB5A25F1CC0C}" type="presParOf" srcId="{463FBE07-7F6A-4D9E-8B9C-85112C483F4C}" destId="{D4F6FC1F-7204-46AD-887C-8A433FF431E2}" srcOrd="2" destOrd="0" presId="urn:microsoft.com/office/officeart/2018/5/layout/IconCircleLabelList"/>
    <dgm:cxn modelId="{417D33E2-5159-4EA7-8FAD-25336EA15205}" type="presParOf" srcId="{463FBE07-7F6A-4D9E-8B9C-85112C483F4C}" destId="{BD10E424-9011-4039-AA48-4258241A0388}" srcOrd="3" destOrd="0" presId="urn:microsoft.com/office/officeart/2018/5/layout/IconCircleLabelList"/>
    <dgm:cxn modelId="{DE18F173-7E3E-4E43-85C1-8DAE69B9F87E}" type="presParOf" srcId="{074FB109-6829-4DE4-98F1-945AE68C76BD}" destId="{32494BE6-9067-4A10-BC4B-3D592785E5BB}" srcOrd="1" destOrd="0" presId="urn:microsoft.com/office/officeart/2018/5/layout/IconCircleLabelList"/>
    <dgm:cxn modelId="{A5FCBC86-6EFD-4EDE-8FB7-28D526829593}" type="presParOf" srcId="{074FB109-6829-4DE4-98F1-945AE68C76BD}" destId="{4998539E-BDB0-4FE4-89F2-C4AA1154D312}" srcOrd="2" destOrd="0" presId="urn:microsoft.com/office/officeart/2018/5/layout/IconCircleLabelList"/>
    <dgm:cxn modelId="{1C3A209F-C607-416D-B439-C3E06C406463}" type="presParOf" srcId="{4998539E-BDB0-4FE4-89F2-C4AA1154D312}" destId="{6CF77BD8-58E1-4359-9E9E-1109DC13C45D}" srcOrd="0" destOrd="0" presId="urn:microsoft.com/office/officeart/2018/5/layout/IconCircleLabelList"/>
    <dgm:cxn modelId="{A81F30C9-822C-4EAF-9176-9A98C6BDC83E}" type="presParOf" srcId="{4998539E-BDB0-4FE4-89F2-C4AA1154D312}" destId="{E30D7A23-0CAF-42DB-88F2-5C85ED6C55AF}" srcOrd="1" destOrd="0" presId="urn:microsoft.com/office/officeart/2018/5/layout/IconCircleLabelList"/>
    <dgm:cxn modelId="{F1943667-740D-472E-A103-3D10548DFF7C}" type="presParOf" srcId="{4998539E-BDB0-4FE4-89F2-C4AA1154D312}" destId="{C6C64558-4AAD-4FF0-9467-1AF596112B5A}" srcOrd="2" destOrd="0" presId="urn:microsoft.com/office/officeart/2018/5/layout/IconCircleLabelList"/>
    <dgm:cxn modelId="{5260AFC6-219D-4E1D-A3AE-2C3BF08AA801}" type="presParOf" srcId="{4998539E-BDB0-4FE4-89F2-C4AA1154D312}" destId="{9A254CB6-0D07-4B9F-8834-E91BE17133BD}" srcOrd="3" destOrd="0" presId="urn:microsoft.com/office/officeart/2018/5/layout/IconCircleLabelList"/>
    <dgm:cxn modelId="{51A239BD-371E-4221-AE3C-C7E121007CA1}" type="presParOf" srcId="{074FB109-6829-4DE4-98F1-945AE68C76BD}" destId="{8068E877-9C50-4D85-8331-D82221B00AE2}" srcOrd="3" destOrd="0" presId="urn:microsoft.com/office/officeart/2018/5/layout/IconCircleLabelList"/>
    <dgm:cxn modelId="{0976898E-F047-499F-A2DA-D2E6C0E79E3C}" type="presParOf" srcId="{074FB109-6829-4DE4-98F1-945AE68C76BD}" destId="{05A21B82-3B06-45FA-9AFA-12686E578527}" srcOrd="4" destOrd="0" presId="urn:microsoft.com/office/officeart/2018/5/layout/IconCircleLabelList"/>
    <dgm:cxn modelId="{76B37838-8130-46FE-8296-9BB829DC5321}" type="presParOf" srcId="{05A21B82-3B06-45FA-9AFA-12686E578527}" destId="{97B70ECB-697D-4253-B7C8-81834ECABF8F}" srcOrd="0" destOrd="0" presId="urn:microsoft.com/office/officeart/2018/5/layout/IconCircleLabelList"/>
    <dgm:cxn modelId="{BC2B7B59-D5CE-43D3-9AE0-35483DC1D45D}" type="presParOf" srcId="{05A21B82-3B06-45FA-9AFA-12686E578527}" destId="{39D0E9BC-C0E8-4739-ADF8-DC67A0A70DDD}" srcOrd="1" destOrd="0" presId="urn:microsoft.com/office/officeart/2018/5/layout/IconCircleLabelList"/>
    <dgm:cxn modelId="{E98D2106-0D4F-43C2-A1A8-5CFF0B50A40C}" type="presParOf" srcId="{05A21B82-3B06-45FA-9AFA-12686E578527}" destId="{6084BCCD-22A6-4B67-B0A3-DB74CD8C1291}" srcOrd="2" destOrd="0" presId="urn:microsoft.com/office/officeart/2018/5/layout/IconCircleLabelList"/>
    <dgm:cxn modelId="{F4988D4D-49F7-4676-A029-044F6014A20D}" type="presParOf" srcId="{05A21B82-3B06-45FA-9AFA-12686E578527}" destId="{A9499068-1760-4CA3-AB9D-4E0D0D1A71B6}" srcOrd="3" destOrd="0" presId="urn:microsoft.com/office/officeart/2018/5/layout/IconCircleLabelList"/>
    <dgm:cxn modelId="{A3F850FA-B7CE-45FC-890A-C05B28E7C693}" type="presParOf" srcId="{074FB109-6829-4DE4-98F1-945AE68C76BD}" destId="{107F1DA2-182C-4D48-A50E-76FC0184D3DB}" srcOrd="5" destOrd="0" presId="urn:microsoft.com/office/officeart/2018/5/layout/IconCircleLabelList"/>
    <dgm:cxn modelId="{39590EEB-9CBF-4E3F-B541-678DA278F450}" type="presParOf" srcId="{074FB109-6829-4DE4-98F1-945AE68C76BD}" destId="{00189A46-BD16-4B3B-A9A2-21F91E01411E}" srcOrd="6" destOrd="0" presId="urn:microsoft.com/office/officeart/2018/5/layout/IconCircleLabelList"/>
    <dgm:cxn modelId="{17BEE3B2-FD7E-45C8-A616-0D1E935B87CB}" type="presParOf" srcId="{00189A46-BD16-4B3B-A9A2-21F91E01411E}" destId="{1AC5E247-7652-45DB-9F11-5ADACEEDAFAD}" srcOrd="0" destOrd="0" presId="urn:microsoft.com/office/officeart/2018/5/layout/IconCircleLabelList"/>
    <dgm:cxn modelId="{08B960C1-AD83-4879-86B4-FE8BEDD3F08E}" type="presParOf" srcId="{00189A46-BD16-4B3B-A9A2-21F91E01411E}" destId="{CE443898-2153-4ACB-A607-A726638EB891}" srcOrd="1" destOrd="0" presId="urn:microsoft.com/office/officeart/2018/5/layout/IconCircleLabelList"/>
    <dgm:cxn modelId="{E75B0C5A-FFB0-442A-A7C6-C89AD23AD5F7}" type="presParOf" srcId="{00189A46-BD16-4B3B-A9A2-21F91E01411E}" destId="{7E444E77-D043-499F-AAF5-F30085F2F5A5}" srcOrd="2" destOrd="0" presId="urn:microsoft.com/office/officeart/2018/5/layout/IconCircleLabelList"/>
    <dgm:cxn modelId="{14FBB8DC-63EA-43AB-913C-412C31D1CB72}" type="presParOf" srcId="{00189A46-BD16-4B3B-A9A2-21F91E01411E}" destId="{BFA10E0D-6A32-4FCE-BA69-4C83BC72FCF5}" srcOrd="3" destOrd="0" presId="urn:microsoft.com/office/officeart/2018/5/layout/IconCircleLabelList"/>
    <dgm:cxn modelId="{88B31BF3-4647-4429-947F-C3743301B048}" type="presParOf" srcId="{074FB109-6829-4DE4-98F1-945AE68C76BD}" destId="{85A0BC30-9729-4944-95DD-00FCA8E0FF22}" srcOrd="7" destOrd="0" presId="urn:microsoft.com/office/officeart/2018/5/layout/IconCircleLabelList"/>
    <dgm:cxn modelId="{59ED0D43-ED0F-458E-B671-29F798A706D6}" type="presParOf" srcId="{074FB109-6829-4DE4-98F1-945AE68C76BD}" destId="{85A5FB33-95B8-499C-849E-927EFF91FD20}" srcOrd="8" destOrd="0" presId="urn:microsoft.com/office/officeart/2018/5/layout/IconCircleLabelList"/>
    <dgm:cxn modelId="{436E0A56-322C-4B94-977C-617FDB0675EF}" type="presParOf" srcId="{85A5FB33-95B8-499C-849E-927EFF91FD20}" destId="{5C3917D9-05DE-42D8-8888-E70A4C2AB6FD}" srcOrd="0" destOrd="0" presId="urn:microsoft.com/office/officeart/2018/5/layout/IconCircleLabelList"/>
    <dgm:cxn modelId="{1DCE890D-2B43-4A37-9944-78E69FE704A4}" type="presParOf" srcId="{85A5FB33-95B8-499C-849E-927EFF91FD20}" destId="{DA0E0A85-E66E-40CC-9C45-6A9FF38D9061}" srcOrd="1" destOrd="0" presId="urn:microsoft.com/office/officeart/2018/5/layout/IconCircleLabelList"/>
    <dgm:cxn modelId="{9459EBED-DFC1-44BF-9024-F4DDE183F5A6}" type="presParOf" srcId="{85A5FB33-95B8-499C-849E-927EFF91FD20}" destId="{173ADE3E-19C1-456C-9461-B302E7D9C490}" srcOrd="2" destOrd="0" presId="urn:microsoft.com/office/officeart/2018/5/layout/IconCircleLabelList"/>
    <dgm:cxn modelId="{168844C2-3E90-45F6-8F83-FD8D24E5A8CB}" type="presParOf" srcId="{85A5FB33-95B8-499C-849E-927EFF91FD20}" destId="{E25FBF06-61AD-4B7D-954B-6A7C7803831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34EB602-CB58-417E-9C5C-EE96D7F29309}"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8C2A7AB-00BF-44DD-A367-F47FA47EB7DE}">
      <dgm:prSet/>
      <dgm:spPr/>
      <dgm:t>
        <a:bodyPr/>
        <a:lstStyle/>
        <a:p>
          <a:pPr>
            <a:defRPr cap="all"/>
          </a:pPr>
          <a:r>
            <a:rPr lang="fr-FR" b="0" i="0" baseline="0"/>
            <a:t>Collectez automatiquement les cotisations des clubs affiliés </a:t>
          </a:r>
          <a:endParaRPr lang="en-US"/>
        </a:p>
      </dgm:t>
    </dgm:pt>
    <dgm:pt modelId="{BB2721D6-CAA2-47EA-8834-47F72D913E1B}" type="parTrans" cxnId="{E4BFD8C7-42C5-40DB-9C56-FAE50425FFF4}">
      <dgm:prSet/>
      <dgm:spPr/>
      <dgm:t>
        <a:bodyPr/>
        <a:lstStyle/>
        <a:p>
          <a:endParaRPr lang="en-US"/>
        </a:p>
      </dgm:t>
    </dgm:pt>
    <dgm:pt modelId="{05A0857E-3993-4CB4-94A0-B585CC310E9D}" type="sibTrans" cxnId="{E4BFD8C7-42C5-40DB-9C56-FAE50425FFF4}">
      <dgm:prSet/>
      <dgm:spPr/>
      <dgm:t>
        <a:bodyPr/>
        <a:lstStyle/>
        <a:p>
          <a:endParaRPr lang="en-US"/>
        </a:p>
      </dgm:t>
    </dgm:pt>
    <dgm:pt modelId="{88E3D4FB-3D7F-45E4-9E98-4CF289514754}">
      <dgm:prSet/>
      <dgm:spPr/>
      <dgm:t>
        <a:bodyPr/>
        <a:lstStyle/>
        <a:p>
          <a:pPr>
            <a:defRPr cap="all"/>
          </a:pPr>
          <a:r>
            <a:rPr lang="fr-FR" b="0" i="0" baseline="0"/>
            <a:t>Générez des factures et reçus officiels instantanément </a:t>
          </a:r>
          <a:endParaRPr lang="en-US"/>
        </a:p>
      </dgm:t>
    </dgm:pt>
    <dgm:pt modelId="{1BC7ACDF-547E-462F-AD15-A68C3F98FD7C}" type="parTrans" cxnId="{BA7D3521-BE1E-4FDD-A601-3768668E3893}">
      <dgm:prSet/>
      <dgm:spPr/>
      <dgm:t>
        <a:bodyPr/>
        <a:lstStyle/>
        <a:p>
          <a:endParaRPr lang="en-US"/>
        </a:p>
      </dgm:t>
    </dgm:pt>
    <dgm:pt modelId="{56882A95-A8BA-4F4E-BB83-B6A36595FAC3}" type="sibTrans" cxnId="{BA7D3521-BE1E-4FDD-A601-3768668E3893}">
      <dgm:prSet/>
      <dgm:spPr/>
      <dgm:t>
        <a:bodyPr/>
        <a:lstStyle/>
        <a:p>
          <a:endParaRPr lang="en-US"/>
        </a:p>
      </dgm:t>
    </dgm:pt>
    <dgm:pt modelId="{8B84C8E4-6B80-4BD5-BF77-E77B58F12C5B}">
      <dgm:prSet/>
      <dgm:spPr/>
      <dgm:t>
        <a:bodyPr/>
        <a:lstStyle/>
        <a:p>
          <a:pPr>
            <a:defRPr cap="all"/>
          </a:pPr>
          <a:r>
            <a:rPr lang="fr-FR" b="0" i="0" baseline="0"/>
            <a:t>Suivez les licences et leur renouvellement </a:t>
          </a:r>
          <a:endParaRPr lang="en-US"/>
        </a:p>
      </dgm:t>
    </dgm:pt>
    <dgm:pt modelId="{331EF3BB-3F93-4B6E-8ABA-91A49F90E93C}" type="parTrans" cxnId="{CF00F026-99F5-4BA4-9088-01F1D4961279}">
      <dgm:prSet/>
      <dgm:spPr/>
      <dgm:t>
        <a:bodyPr/>
        <a:lstStyle/>
        <a:p>
          <a:endParaRPr lang="en-US"/>
        </a:p>
      </dgm:t>
    </dgm:pt>
    <dgm:pt modelId="{806B1D5E-7529-4FFE-B88E-01BBBFAECFB7}" type="sibTrans" cxnId="{CF00F026-99F5-4BA4-9088-01F1D4961279}">
      <dgm:prSet/>
      <dgm:spPr/>
      <dgm:t>
        <a:bodyPr/>
        <a:lstStyle/>
        <a:p>
          <a:endParaRPr lang="en-US"/>
        </a:p>
      </dgm:t>
    </dgm:pt>
    <dgm:pt modelId="{A93A8D8B-D68C-4F91-808C-F87C3CAFDE6F}">
      <dgm:prSet/>
      <dgm:spPr/>
      <dgm:t>
        <a:bodyPr/>
        <a:lstStyle/>
        <a:p>
          <a:pPr>
            <a:defRPr cap="all"/>
          </a:pPr>
          <a:r>
            <a:rPr lang="fr-FR" b="0" i="0" baseline="0"/>
            <a:t>Gérez votre budget avec des tableaux de bord financiers complets </a:t>
          </a:r>
          <a:endParaRPr lang="en-US"/>
        </a:p>
      </dgm:t>
    </dgm:pt>
    <dgm:pt modelId="{7E3626B1-6C7B-4A1D-A928-8DDBDC6F8CD1}" type="parTrans" cxnId="{0221B3C5-C625-4024-B1FA-B9F2B4C88E0C}">
      <dgm:prSet/>
      <dgm:spPr/>
      <dgm:t>
        <a:bodyPr/>
        <a:lstStyle/>
        <a:p>
          <a:endParaRPr lang="en-US"/>
        </a:p>
      </dgm:t>
    </dgm:pt>
    <dgm:pt modelId="{F2BBB913-44E0-485C-845A-BE3EA4141CB6}" type="sibTrans" cxnId="{0221B3C5-C625-4024-B1FA-B9F2B4C88E0C}">
      <dgm:prSet/>
      <dgm:spPr/>
      <dgm:t>
        <a:bodyPr/>
        <a:lstStyle/>
        <a:p>
          <a:endParaRPr lang="en-US"/>
        </a:p>
      </dgm:t>
    </dgm:pt>
    <dgm:pt modelId="{96577DC9-7997-4D87-B019-ACAD3A860CBD}">
      <dgm:prSet/>
      <dgm:spPr/>
      <dgm:t>
        <a:bodyPr/>
        <a:lstStyle/>
        <a:p>
          <a:pPr>
            <a:defRPr cap="all"/>
          </a:pPr>
          <a:r>
            <a:rPr lang="fr-FR" b="0" i="0" baseline="0"/>
            <a:t>Contrôlez les frais d'arbitrage et d'organisation des compétitions </a:t>
          </a:r>
          <a:endParaRPr lang="en-US"/>
        </a:p>
      </dgm:t>
    </dgm:pt>
    <dgm:pt modelId="{A8887498-B60A-4DD3-9769-A2370C8E706C}" type="parTrans" cxnId="{4F5B0EAD-16BD-4615-9014-D6C00E9F35EE}">
      <dgm:prSet/>
      <dgm:spPr/>
      <dgm:t>
        <a:bodyPr/>
        <a:lstStyle/>
        <a:p>
          <a:endParaRPr lang="en-US"/>
        </a:p>
      </dgm:t>
    </dgm:pt>
    <dgm:pt modelId="{72CDC474-C0DE-4F28-B16E-C120AF91863B}" type="sibTrans" cxnId="{4F5B0EAD-16BD-4615-9014-D6C00E9F35EE}">
      <dgm:prSet/>
      <dgm:spPr/>
      <dgm:t>
        <a:bodyPr/>
        <a:lstStyle/>
        <a:p>
          <a:endParaRPr lang="en-US"/>
        </a:p>
      </dgm:t>
    </dgm:pt>
    <dgm:pt modelId="{DC5AF446-B299-4336-930A-266E26460C42}" type="pres">
      <dgm:prSet presAssocID="{F34EB602-CB58-417E-9C5C-EE96D7F29309}" presName="root" presStyleCnt="0">
        <dgm:presLayoutVars>
          <dgm:dir/>
          <dgm:resizeHandles val="exact"/>
        </dgm:presLayoutVars>
      </dgm:prSet>
      <dgm:spPr/>
    </dgm:pt>
    <dgm:pt modelId="{CDC9652A-9166-4D02-9D4E-99AEF7EC31CF}" type="pres">
      <dgm:prSet presAssocID="{D8C2A7AB-00BF-44DD-A367-F47FA47EB7DE}" presName="compNode" presStyleCnt="0"/>
      <dgm:spPr/>
    </dgm:pt>
    <dgm:pt modelId="{B579B394-9FDA-42CA-A4B7-22C2F40CB49C}" type="pres">
      <dgm:prSet presAssocID="{D8C2A7AB-00BF-44DD-A367-F47FA47EB7DE}" presName="iconBgRect" presStyleLbl="bgShp" presStyleIdx="0" presStyleCnt="5"/>
      <dgm:spPr/>
    </dgm:pt>
    <dgm:pt modelId="{D1B91ABD-AE32-4CB6-8FD4-68FDDE9BE8A6}" type="pres">
      <dgm:prSet presAssocID="{D8C2A7AB-00BF-44DD-A367-F47FA47EB7D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tilisateurs"/>
        </a:ext>
      </dgm:extLst>
    </dgm:pt>
    <dgm:pt modelId="{1085CDC4-2C29-4B96-AC7C-EAE396085016}" type="pres">
      <dgm:prSet presAssocID="{D8C2A7AB-00BF-44DD-A367-F47FA47EB7DE}" presName="spaceRect" presStyleCnt="0"/>
      <dgm:spPr/>
    </dgm:pt>
    <dgm:pt modelId="{BE6E79AA-C20F-4E01-BA92-B2958D1C9D66}" type="pres">
      <dgm:prSet presAssocID="{D8C2A7AB-00BF-44DD-A367-F47FA47EB7DE}" presName="textRect" presStyleLbl="revTx" presStyleIdx="0" presStyleCnt="5">
        <dgm:presLayoutVars>
          <dgm:chMax val="1"/>
          <dgm:chPref val="1"/>
        </dgm:presLayoutVars>
      </dgm:prSet>
      <dgm:spPr/>
    </dgm:pt>
    <dgm:pt modelId="{C4933056-FE5C-4F82-BB19-FAB0A14BA292}" type="pres">
      <dgm:prSet presAssocID="{05A0857E-3993-4CB4-94A0-B585CC310E9D}" presName="sibTrans" presStyleCnt="0"/>
      <dgm:spPr/>
    </dgm:pt>
    <dgm:pt modelId="{6C0388B2-63F8-423E-BDE4-827C1ED978ED}" type="pres">
      <dgm:prSet presAssocID="{88E3D4FB-3D7F-45E4-9E98-4CF289514754}" presName="compNode" presStyleCnt="0"/>
      <dgm:spPr/>
    </dgm:pt>
    <dgm:pt modelId="{28D613F8-167F-4F90-AE80-56BA803D2681}" type="pres">
      <dgm:prSet presAssocID="{88E3D4FB-3D7F-45E4-9E98-4CF289514754}" presName="iconBgRect" presStyleLbl="bgShp" presStyleIdx="1" presStyleCnt="5"/>
      <dgm:spPr/>
    </dgm:pt>
    <dgm:pt modelId="{1F7876CA-1876-4680-B693-999FB7A37136}" type="pres">
      <dgm:prSet presAssocID="{88E3D4FB-3D7F-45E4-9E98-4CF289514754}"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rgent"/>
        </a:ext>
      </dgm:extLst>
    </dgm:pt>
    <dgm:pt modelId="{A0F55386-F613-40FF-B219-98B3FF96C9EF}" type="pres">
      <dgm:prSet presAssocID="{88E3D4FB-3D7F-45E4-9E98-4CF289514754}" presName="spaceRect" presStyleCnt="0"/>
      <dgm:spPr/>
    </dgm:pt>
    <dgm:pt modelId="{BA925887-AB07-41F0-84B9-BD910B464015}" type="pres">
      <dgm:prSet presAssocID="{88E3D4FB-3D7F-45E4-9E98-4CF289514754}" presName="textRect" presStyleLbl="revTx" presStyleIdx="1" presStyleCnt="5">
        <dgm:presLayoutVars>
          <dgm:chMax val="1"/>
          <dgm:chPref val="1"/>
        </dgm:presLayoutVars>
      </dgm:prSet>
      <dgm:spPr/>
    </dgm:pt>
    <dgm:pt modelId="{53C3879D-5995-46CA-B9AC-02CCF9224BB7}" type="pres">
      <dgm:prSet presAssocID="{56882A95-A8BA-4F4E-BB83-B6A36595FAC3}" presName="sibTrans" presStyleCnt="0"/>
      <dgm:spPr/>
    </dgm:pt>
    <dgm:pt modelId="{FD5DB31C-149F-4AC8-B17D-FDA25FBF4E3B}" type="pres">
      <dgm:prSet presAssocID="{8B84C8E4-6B80-4BD5-BF77-E77B58F12C5B}" presName="compNode" presStyleCnt="0"/>
      <dgm:spPr/>
    </dgm:pt>
    <dgm:pt modelId="{93A133F7-CFE9-4FFD-82EE-B37EF6C646ED}" type="pres">
      <dgm:prSet presAssocID="{8B84C8E4-6B80-4BD5-BF77-E77B58F12C5B}" presName="iconBgRect" presStyleLbl="bgShp" presStyleIdx="2" presStyleCnt="5"/>
      <dgm:spPr/>
    </dgm:pt>
    <dgm:pt modelId="{22D25202-5479-45C6-A490-980461D751BD}" type="pres">
      <dgm:prSet presAssocID="{8B84C8E4-6B80-4BD5-BF77-E77B58F12C5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che"/>
        </a:ext>
      </dgm:extLst>
    </dgm:pt>
    <dgm:pt modelId="{CE80229D-A298-443A-87DC-EBEC9DAD4A18}" type="pres">
      <dgm:prSet presAssocID="{8B84C8E4-6B80-4BD5-BF77-E77B58F12C5B}" presName="spaceRect" presStyleCnt="0"/>
      <dgm:spPr/>
    </dgm:pt>
    <dgm:pt modelId="{08FD19DC-20F6-4107-8490-8615CDF0E908}" type="pres">
      <dgm:prSet presAssocID="{8B84C8E4-6B80-4BD5-BF77-E77B58F12C5B}" presName="textRect" presStyleLbl="revTx" presStyleIdx="2" presStyleCnt="5">
        <dgm:presLayoutVars>
          <dgm:chMax val="1"/>
          <dgm:chPref val="1"/>
        </dgm:presLayoutVars>
      </dgm:prSet>
      <dgm:spPr/>
    </dgm:pt>
    <dgm:pt modelId="{2E66A0DD-BBD9-42EF-9B0F-C216ABEA369E}" type="pres">
      <dgm:prSet presAssocID="{806B1D5E-7529-4FFE-B88E-01BBBFAECFB7}" presName="sibTrans" presStyleCnt="0"/>
      <dgm:spPr/>
    </dgm:pt>
    <dgm:pt modelId="{FA20BC6D-F3E1-427C-8D75-AD2E5D1CBD32}" type="pres">
      <dgm:prSet presAssocID="{A93A8D8B-D68C-4F91-808C-F87C3CAFDE6F}" presName="compNode" presStyleCnt="0"/>
      <dgm:spPr/>
    </dgm:pt>
    <dgm:pt modelId="{1ACAEFE3-AC20-473C-A2B3-90B5546D230B}" type="pres">
      <dgm:prSet presAssocID="{A93A8D8B-D68C-4F91-808C-F87C3CAFDE6F}" presName="iconBgRect" presStyleLbl="bgShp" presStyleIdx="3" presStyleCnt="5"/>
      <dgm:spPr/>
    </dgm:pt>
    <dgm:pt modelId="{214DC3CF-3AC9-4D56-853E-B4F7B5B0ACE7}" type="pres">
      <dgm:prSet presAssocID="{A93A8D8B-D68C-4F91-808C-F87C3CAFDE6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alette"/>
        </a:ext>
      </dgm:extLst>
    </dgm:pt>
    <dgm:pt modelId="{E006F148-D7CB-4C11-A5E1-A1825DEA9AC3}" type="pres">
      <dgm:prSet presAssocID="{A93A8D8B-D68C-4F91-808C-F87C3CAFDE6F}" presName="spaceRect" presStyleCnt="0"/>
      <dgm:spPr/>
    </dgm:pt>
    <dgm:pt modelId="{015228A9-F0C3-46A8-8B84-CF0C390E09DB}" type="pres">
      <dgm:prSet presAssocID="{A93A8D8B-D68C-4F91-808C-F87C3CAFDE6F}" presName="textRect" presStyleLbl="revTx" presStyleIdx="3" presStyleCnt="5">
        <dgm:presLayoutVars>
          <dgm:chMax val="1"/>
          <dgm:chPref val="1"/>
        </dgm:presLayoutVars>
      </dgm:prSet>
      <dgm:spPr/>
    </dgm:pt>
    <dgm:pt modelId="{00C30670-842B-4F41-B590-12B70A83C6FB}" type="pres">
      <dgm:prSet presAssocID="{F2BBB913-44E0-485C-845A-BE3EA4141CB6}" presName="sibTrans" presStyleCnt="0"/>
      <dgm:spPr/>
    </dgm:pt>
    <dgm:pt modelId="{EFA112B9-A110-42D9-A634-4474E5AB5BE3}" type="pres">
      <dgm:prSet presAssocID="{96577DC9-7997-4D87-B019-ACAD3A860CBD}" presName="compNode" presStyleCnt="0"/>
      <dgm:spPr/>
    </dgm:pt>
    <dgm:pt modelId="{6CD7E8A3-1C22-41AD-8B20-7BCD423E85E4}" type="pres">
      <dgm:prSet presAssocID="{96577DC9-7997-4D87-B019-ACAD3A860CBD}" presName="iconBgRect" presStyleLbl="bgShp" presStyleIdx="4" presStyleCnt="5"/>
      <dgm:spPr/>
    </dgm:pt>
    <dgm:pt modelId="{6B9C2BB3-F3C5-45E4-BC72-C84491104E02}" type="pres">
      <dgm:prSet presAssocID="{96577DC9-7997-4D87-B019-ACAD3A860CB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rophée"/>
        </a:ext>
      </dgm:extLst>
    </dgm:pt>
    <dgm:pt modelId="{7BC95B70-E466-4BFD-9B07-BBBF0B5EB8CC}" type="pres">
      <dgm:prSet presAssocID="{96577DC9-7997-4D87-B019-ACAD3A860CBD}" presName="spaceRect" presStyleCnt="0"/>
      <dgm:spPr/>
    </dgm:pt>
    <dgm:pt modelId="{ADA1E4D9-F4CC-4426-ABB5-903BBA307786}" type="pres">
      <dgm:prSet presAssocID="{96577DC9-7997-4D87-B019-ACAD3A860CBD}" presName="textRect" presStyleLbl="revTx" presStyleIdx="4" presStyleCnt="5">
        <dgm:presLayoutVars>
          <dgm:chMax val="1"/>
          <dgm:chPref val="1"/>
        </dgm:presLayoutVars>
      </dgm:prSet>
      <dgm:spPr/>
    </dgm:pt>
  </dgm:ptLst>
  <dgm:cxnLst>
    <dgm:cxn modelId="{2240BC05-47E6-4A86-96AF-8A287596C5CE}" type="presOf" srcId="{D8C2A7AB-00BF-44DD-A367-F47FA47EB7DE}" destId="{BE6E79AA-C20F-4E01-BA92-B2958D1C9D66}" srcOrd="0" destOrd="0" presId="urn:microsoft.com/office/officeart/2018/5/layout/IconCircleLabelList"/>
    <dgm:cxn modelId="{BA7D3521-BE1E-4FDD-A601-3768668E3893}" srcId="{F34EB602-CB58-417E-9C5C-EE96D7F29309}" destId="{88E3D4FB-3D7F-45E4-9E98-4CF289514754}" srcOrd="1" destOrd="0" parTransId="{1BC7ACDF-547E-462F-AD15-A68C3F98FD7C}" sibTransId="{56882A95-A8BA-4F4E-BB83-B6A36595FAC3}"/>
    <dgm:cxn modelId="{CF00F026-99F5-4BA4-9088-01F1D4961279}" srcId="{F34EB602-CB58-417E-9C5C-EE96D7F29309}" destId="{8B84C8E4-6B80-4BD5-BF77-E77B58F12C5B}" srcOrd="2" destOrd="0" parTransId="{331EF3BB-3F93-4B6E-8ABA-91A49F90E93C}" sibTransId="{806B1D5E-7529-4FFE-B88E-01BBBFAECFB7}"/>
    <dgm:cxn modelId="{BCA06E30-D372-4C3F-9C64-ACD2E0025FD8}" type="presOf" srcId="{88E3D4FB-3D7F-45E4-9E98-4CF289514754}" destId="{BA925887-AB07-41F0-84B9-BD910B464015}" srcOrd="0" destOrd="0" presId="urn:microsoft.com/office/officeart/2018/5/layout/IconCircleLabelList"/>
    <dgm:cxn modelId="{22694453-726B-4740-928F-FD64A080647A}" type="presOf" srcId="{A93A8D8B-D68C-4F91-808C-F87C3CAFDE6F}" destId="{015228A9-F0C3-46A8-8B84-CF0C390E09DB}" srcOrd="0" destOrd="0" presId="urn:microsoft.com/office/officeart/2018/5/layout/IconCircleLabelList"/>
    <dgm:cxn modelId="{357E7F57-9AF1-4F2A-BF30-1EA3E3F3DAB5}" type="presOf" srcId="{8B84C8E4-6B80-4BD5-BF77-E77B58F12C5B}" destId="{08FD19DC-20F6-4107-8490-8615CDF0E908}" srcOrd="0" destOrd="0" presId="urn:microsoft.com/office/officeart/2018/5/layout/IconCircleLabelList"/>
    <dgm:cxn modelId="{7CB47C79-474B-4E53-A283-C73EBED5B8CE}" type="presOf" srcId="{F34EB602-CB58-417E-9C5C-EE96D7F29309}" destId="{DC5AF446-B299-4336-930A-266E26460C42}" srcOrd="0" destOrd="0" presId="urn:microsoft.com/office/officeart/2018/5/layout/IconCircleLabelList"/>
    <dgm:cxn modelId="{4F5B0EAD-16BD-4615-9014-D6C00E9F35EE}" srcId="{F34EB602-CB58-417E-9C5C-EE96D7F29309}" destId="{96577DC9-7997-4D87-B019-ACAD3A860CBD}" srcOrd="4" destOrd="0" parTransId="{A8887498-B60A-4DD3-9769-A2370C8E706C}" sibTransId="{72CDC474-C0DE-4F28-B16E-C120AF91863B}"/>
    <dgm:cxn modelId="{0221B3C5-C625-4024-B1FA-B9F2B4C88E0C}" srcId="{F34EB602-CB58-417E-9C5C-EE96D7F29309}" destId="{A93A8D8B-D68C-4F91-808C-F87C3CAFDE6F}" srcOrd="3" destOrd="0" parTransId="{7E3626B1-6C7B-4A1D-A928-8DDBDC6F8CD1}" sibTransId="{F2BBB913-44E0-485C-845A-BE3EA4141CB6}"/>
    <dgm:cxn modelId="{E4BFD8C7-42C5-40DB-9C56-FAE50425FFF4}" srcId="{F34EB602-CB58-417E-9C5C-EE96D7F29309}" destId="{D8C2A7AB-00BF-44DD-A367-F47FA47EB7DE}" srcOrd="0" destOrd="0" parTransId="{BB2721D6-CAA2-47EA-8834-47F72D913E1B}" sibTransId="{05A0857E-3993-4CB4-94A0-B585CC310E9D}"/>
    <dgm:cxn modelId="{B60C21FC-4498-4049-8254-DFDF7AF6DF47}" type="presOf" srcId="{96577DC9-7997-4D87-B019-ACAD3A860CBD}" destId="{ADA1E4D9-F4CC-4426-ABB5-903BBA307786}" srcOrd="0" destOrd="0" presId="urn:microsoft.com/office/officeart/2018/5/layout/IconCircleLabelList"/>
    <dgm:cxn modelId="{0A4C49DE-EBE5-4133-95A6-42189F0026BC}" type="presParOf" srcId="{DC5AF446-B299-4336-930A-266E26460C42}" destId="{CDC9652A-9166-4D02-9D4E-99AEF7EC31CF}" srcOrd="0" destOrd="0" presId="urn:microsoft.com/office/officeart/2018/5/layout/IconCircleLabelList"/>
    <dgm:cxn modelId="{D20045B0-C702-40D3-BD62-3F988FDA9340}" type="presParOf" srcId="{CDC9652A-9166-4D02-9D4E-99AEF7EC31CF}" destId="{B579B394-9FDA-42CA-A4B7-22C2F40CB49C}" srcOrd="0" destOrd="0" presId="urn:microsoft.com/office/officeart/2018/5/layout/IconCircleLabelList"/>
    <dgm:cxn modelId="{658C0ECF-037D-4413-8845-BC99AC2ED402}" type="presParOf" srcId="{CDC9652A-9166-4D02-9D4E-99AEF7EC31CF}" destId="{D1B91ABD-AE32-4CB6-8FD4-68FDDE9BE8A6}" srcOrd="1" destOrd="0" presId="urn:microsoft.com/office/officeart/2018/5/layout/IconCircleLabelList"/>
    <dgm:cxn modelId="{A159F422-17FD-4C9B-80D1-B6147EA49476}" type="presParOf" srcId="{CDC9652A-9166-4D02-9D4E-99AEF7EC31CF}" destId="{1085CDC4-2C29-4B96-AC7C-EAE396085016}" srcOrd="2" destOrd="0" presId="urn:microsoft.com/office/officeart/2018/5/layout/IconCircleLabelList"/>
    <dgm:cxn modelId="{AFD056A2-A8D1-4EF4-A201-647FA5C79020}" type="presParOf" srcId="{CDC9652A-9166-4D02-9D4E-99AEF7EC31CF}" destId="{BE6E79AA-C20F-4E01-BA92-B2958D1C9D66}" srcOrd="3" destOrd="0" presId="urn:microsoft.com/office/officeart/2018/5/layout/IconCircleLabelList"/>
    <dgm:cxn modelId="{7D2C7732-3EFF-49D8-A6E4-DC55BD8588B6}" type="presParOf" srcId="{DC5AF446-B299-4336-930A-266E26460C42}" destId="{C4933056-FE5C-4F82-BB19-FAB0A14BA292}" srcOrd="1" destOrd="0" presId="urn:microsoft.com/office/officeart/2018/5/layout/IconCircleLabelList"/>
    <dgm:cxn modelId="{5ED954FB-EF0C-4B44-9E1D-BE0DE5C0B3E1}" type="presParOf" srcId="{DC5AF446-B299-4336-930A-266E26460C42}" destId="{6C0388B2-63F8-423E-BDE4-827C1ED978ED}" srcOrd="2" destOrd="0" presId="urn:microsoft.com/office/officeart/2018/5/layout/IconCircleLabelList"/>
    <dgm:cxn modelId="{D6E321F3-4924-4D42-A2E3-6208BC2CD4AA}" type="presParOf" srcId="{6C0388B2-63F8-423E-BDE4-827C1ED978ED}" destId="{28D613F8-167F-4F90-AE80-56BA803D2681}" srcOrd="0" destOrd="0" presId="urn:microsoft.com/office/officeart/2018/5/layout/IconCircleLabelList"/>
    <dgm:cxn modelId="{DA08C440-F4F7-4AC2-A892-F176AA9C7246}" type="presParOf" srcId="{6C0388B2-63F8-423E-BDE4-827C1ED978ED}" destId="{1F7876CA-1876-4680-B693-999FB7A37136}" srcOrd="1" destOrd="0" presId="urn:microsoft.com/office/officeart/2018/5/layout/IconCircleLabelList"/>
    <dgm:cxn modelId="{49BD6AA6-4886-41BF-B3CF-B6AF6C846A06}" type="presParOf" srcId="{6C0388B2-63F8-423E-BDE4-827C1ED978ED}" destId="{A0F55386-F613-40FF-B219-98B3FF96C9EF}" srcOrd="2" destOrd="0" presId="urn:microsoft.com/office/officeart/2018/5/layout/IconCircleLabelList"/>
    <dgm:cxn modelId="{588ABF77-942D-4F1C-8CB8-2D00F36B600C}" type="presParOf" srcId="{6C0388B2-63F8-423E-BDE4-827C1ED978ED}" destId="{BA925887-AB07-41F0-84B9-BD910B464015}" srcOrd="3" destOrd="0" presId="urn:microsoft.com/office/officeart/2018/5/layout/IconCircleLabelList"/>
    <dgm:cxn modelId="{D524E2E5-C658-4967-A617-3BD833CC28AA}" type="presParOf" srcId="{DC5AF446-B299-4336-930A-266E26460C42}" destId="{53C3879D-5995-46CA-B9AC-02CCF9224BB7}" srcOrd="3" destOrd="0" presId="urn:microsoft.com/office/officeart/2018/5/layout/IconCircleLabelList"/>
    <dgm:cxn modelId="{032037DA-DBA8-48DE-B99D-9EFC45D7AA47}" type="presParOf" srcId="{DC5AF446-B299-4336-930A-266E26460C42}" destId="{FD5DB31C-149F-4AC8-B17D-FDA25FBF4E3B}" srcOrd="4" destOrd="0" presId="urn:microsoft.com/office/officeart/2018/5/layout/IconCircleLabelList"/>
    <dgm:cxn modelId="{ED3EA27F-F839-45D4-A33D-E50D9C5D5583}" type="presParOf" srcId="{FD5DB31C-149F-4AC8-B17D-FDA25FBF4E3B}" destId="{93A133F7-CFE9-4FFD-82EE-B37EF6C646ED}" srcOrd="0" destOrd="0" presId="urn:microsoft.com/office/officeart/2018/5/layout/IconCircleLabelList"/>
    <dgm:cxn modelId="{486A0C85-B23F-4D66-A8F7-8476A528DE24}" type="presParOf" srcId="{FD5DB31C-149F-4AC8-B17D-FDA25FBF4E3B}" destId="{22D25202-5479-45C6-A490-980461D751BD}" srcOrd="1" destOrd="0" presId="urn:microsoft.com/office/officeart/2018/5/layout/IconCircleLabelList"/>
    <dgm:cxn modelId="{5C5A0CBC-965B-4884-96A3-BEBE110A5658}" type="presParOf" srcId="{FD5DB31C-149F-4AC8-B17D-FDA25FBF4E3B}" destId="{CE80229D-A298-443A-87DC-EBEC9DAD4A18}" srcOrd="2" destOrd="0" presId="urn:microsoft.com/office/officeart/2018/5/layout/IconCircleLabelList"/>
    <dgm:cxn modelId="{2AEC9389-5EA7-44F9-83D2-707A843112D8}" type="presParOf" srcId="{FD5DB31C-149F-4AC8-B17D-FDA25FBF4E3B}" destId="{08FD19DC-20F6-4107-8490-8615CDF0E908}" srcOrd="3" destOrd="0" presId="urn:microsoft.com/office/officeart/2018/5/layout/IconCircleLabelList"/>
    <dgm:cxn modelId="{6453FC48-9AAD-49C9-8595-9EBBB7121DE8}" type="presParOf" srcId="{DC5AF446-B299-4336-930A-266E26460C42}" destId="{2E66A0DD-BBD9-42EF-9B0F-C216ABEA369E}" srcOrd="5" destOrd="0" presId="urn:microsoft.com/office/officeart/2018/5/layout/IconCircleLabelList"/>
    <dgm:cxn modelId="{F72E75E5-CC48-4593-9B51-C1C86A21A1D9}" type="presParOf" srcId="{DC5AF446-B299-4336-930A-266E26460C42}" destId="{FA20BC6D-F3E1-427C-8D75-AD2E5D1CBD32}" srcOrd="6" destOrd="0" presId="urn:microsoft.com/office/officeart/2018/5/layout/IconCircleLabelList"/>
    <dgm:cxn modelId="{7459D247-2D5E-4A67-81CB-E58E93F351BF}" type="presParOf" srcId="{FA20BC6D-F3E1-427C-8D75-AD2E5D1CBD32}" destId="{1ACAEFE3-AC20-473C-A2B3-90B5546D230B}" srcOrd="0" destOrd="0" presId="urn:microsoft.com/office/officeart/2018/5/layout/IconCircleLabelList"/>
    <dgm:cxn modelId="{C61B5DB5-2555-4279-A1D7-70B9FD5D0E59}" type="presParOf" srcId="{FA20BC6D-F3E1-427C-8D75-AD2E5D1CBD32}" destId="{214DC3CF-3AC9-4D56-853E-B4F7B5B0ACE7}" srcOrd="1" destOrd="0" presId="urn:microsoft.com/office/officeart/2018/5/layout/IconCircleLabelList"/>
    <dgm:cxn modelId="{4336224D-31A7-465F-B9E0-AEF2AD800137}" type="presParOf" srcId="{FA20BC6D-F3E1-427C-8D75-AD2E5D1CBD32}" destId="{E006F148-D7CB-4C11-A5E1-A1825DEA9AC3}" srcOrd="2" destOrd="0" presId="urn:microsoft.com/office/officeart/2018/5/layout/IconCircleLabelList"/>
    <dgm:cxn modelId="{B90479C0-4E59-417B-9FBD-1296E01CBA28}" type="presParOf" srcId="{FA20BC6D-F3E1-427C-8D75-AD2E5D1CBD32}" destId="{015228A9-F0C3-46A8-8B84-CF0C390E09DB}" srcOrd="3" destOrd="0" presId="urn:microsoft.com/office/officeart/2018/5/layout/IconCircleLabelList"/>
    <dgm:cxn modelId="{B4E6B2D5-62F3-4522-A040-9E3A349422B9}" type="presParOf" srcId="{DC5AF446-B299-4336-930A-266E26460C42}" destId="{00C30670-842B-4F41-B590-12B70A83C6FB}" srcOrd="7" destOrd="0" presId="urn:microsoft.com/office/officeart/2018/5/layout/IconCircleLabelList"/>
    <dgm:cxn modelId="{C40AEBBB-7DF9-40EC-AE05-D30621F84913}" type="presParOf" srcId="{DC5AF446-B299-4336-930A-266E26460C42}" destId="{EFA112B9-A110-42D9-A634-4474E5AB5BE3}" srcOrd="8" destOrd="0" presId="urn:microsoft.com/office/officeart/2018/5/layout/IconCircleLabelList"/>
    <dgm:cxn modelId="{23919B6C-E4E5-4C49-9EAD-FB6F20AF267E}" type="presParOf" srcId="{EFA112B9-A110-42D9-A634-4474E5AB5BE3}" destId="{6CD7E8A3-1C22-41AD-8B20-7BCD423E85E4}" srcOrd="0" destOrd="0" presId="urn:microsoft.com/office/officeart/2018/5/layout/IconCircleLabelList"/>
    <dgm:cxn modelId="{B09853C7-6D6B-4596-BA95-E862AD5ACAB0}" type="presParOf" srcId="{EFA112B9-A110-42D9-A634-4474E5AB5BE3}" destId="{6B9C2BB3-F3C5-45E4-BC72-C84491104E02}" srcOrd="1" destOrd="0" presId="urn:microsoft.com/office/officeart/2018/5/layout/IconCircleLabelList"/>
    <dgm:cxn modelId="{5E89132B-23D6-489C-9E95-9D2AAC8C34A2}" type="presParOf" srcId="{EFA112B9-A110-42D9-A634-4474E5AB5BE3}" destId="{7BC95B70-E466-4BFD-9B07-BBBF0B5EB8CC}" srcOrd="2" destOrd="0" presId="urn:microsoft.com/office/officeart/2018/5/layout/IconCircleLabelList"/>
    <dgm:cxn modelId="{DCB60193-3521-4633-A437-5A79AF372D33}" type="presParOf" srcId="{EFA112B9-A110-42D9-A634-4474E5AB5BE3}" destId="{ADA1E4D9-F4CC-4426-ABB5-903BBA30778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634CE6F-A11C-400E-846B-3CE60E8B6CBC}"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35E52BAB-4852-4ED9-829B-3F9FB6211466}">
      <dgm:prSet/>
      <dgm:spPr/>
      <dgm:t>
        <a:bodyPr/>
        <a:lstStyle/>
        <a:p>
          <a:pPr>
            <a:defRPr cap="all"/>
          </a:pPr>
          <a:r>
            <a:rPr lang="fr-FR" b="0" i="0" baseline="0"/>
            <a:t>Proposez du matériel officiel et des publications </a:t>
          </a:r>
          <a:endParaRPr lang="en-US"/>
        </a:p>
      </dgm:t>
    </dgm:pt>
    <dgm:pt modelId="{7929AADE-99BA-4C7A-AB36-B99E9BBDEC65}" type="parTrans" cxnId="{081F31B3-F361-4E55-9BF6-F5BB28C853D6}">
      <dgm:prSet/>
      <dgm:spPr/>
      <dgm:t>
        <a:bodyPr/>
        <a:lstStyle/>
        <a:p>
          <a:endParaRPr lang="en-US"/>
        </a:p>
      </dgm:t>
    </dgm:pt>
    <dgm:pt modelId="{351495A2-617B-4226-A079-84CF2745C490}" type="sibTrans" cxnId="{081F31B3-F361-4E55-9BF6-F5BB28C853D6}">
      <dgm:prSet/>
      <dgm:spPr/>
      <dgm:t>
        <a:bodyPr/>
        <a:lstStyle/>
        <a:p>
          <a:endParaRPr lang="en-US"/>
        </a:p>
      </dgm:t>
    </dgm:pt>
    <dgm:pt modelId="{F3A43C83-2DCE-43CB-9D92-A04C7CC3E30E}">
      <dgm:prSet/>
      <dgm:spPr/>
      <dgm:t>
        <a:bodyPr/>
        <a:lstStyle/>
        <a:p>
          <a:pPr>
            <a:defRPr cap="all"/>
          </a:pPr>
          <a:r>
            <a:rPr lang="fr-FR" b="0" i="0" baseline="0"/>
            <a:t>Gérez les commandes groupées pour les clubs affiliés </a:t>
          </a:r>
          <a:endParaRPr lang="en-US"/>
        </a:p>
      </dgm:t>
    </dgm:pt>
    <dgm:pt modelId="{777CCECA-9949-42FF-BE4B-550C4B59F9F4}" type="parTrans" cxnId="{E7691144-F57C-45DF-988C-0CAF8B5E371A}">
      <dgm:prSet/>
      <dgm:spPr/>
      <dgm:t>
        <a:bodyPr/>
        <a:lstStyle/>
        <a:p>
          <a:endParaRPr lang="en-US"/>
        </a:p>
      </dgm:t>
    </dgm:pt>
    <dgm:pt modelId="{48DD0041-E870-4C99-AC41-F04143EEAA34}" type="sibTrans" cxnId="{E7691144-F57C-45DF-988C-0CAF8B5E371A}">
      <dgm:prSet/>
      <dgm:spPr/>
      <dgm:t>
        <a:bodyPr/>
        <a:lstStyle/>
        <a:p>
          <a:endParaRPr lang="en-US"/>
        </a:p>
      </dgm:t>
    </dgm:pt>
    <dgm:pt modelId="{1316E0B6-B253-4B92-B8E8-AC200CF0C4D4}">
      <dgm:prSet/>
      <dgm:spPr/>
      <dgm:t>
        <a:bodyPr/>
        <a:lstStyle/>
        <a:p>
          <a:pPr>
            <a:defRPr cap="all"/>
          </a:pPr>
          <a:r>
            <a:rPr lang="fr-FR" b="0" i="0" baseline="0"/>
            <a:t>Offrez des produits dérivés à l'effigie de votre fédération </a:t>
          </a:r>
          <a:endParaRPr lang="en-US"/>
        </a:p>
      </dgm:t>
    </dgm:pt>
    <dgm:pt modelId="{A364F4AC-3A8C-4E72-8590-7428B66F5356}" type="parTrans" cxnId="{FA69BDA5-5BF9-46F0-9038-0E0BA27B8812}">
      <dgm:prSet/>
      <dgm:spPr/>
      <dgm:t>
        <a:bodyPr/>
        <a:lstStyle/>
        <a:p>
          <a:endParaRPr lang="en-US"/>
        </a:p>
      </dgm:t>
    </dgm:pt>
    <dgm:pt modelId="{2299EEB4-2DBB-4ACB-BA43-AE4B5CD1587D}" type="sibTrans" cxnId="{FA69BDA5-5BF9-46F0-9038-0E0BA27B8812}">
      <dgm:prSet/>
      <dgm:spPr/>
      <dgm:t>
        <a:bodyPr/>
        <a:lstStyle/>
        <a:p>
          <a:endParaRPr lang="en-US"/>
        </a:p>
      </dgm:t>
    </dgm:pt>
    <dgm:pt modelId="{292A7213-1E87-4414-BCBC-6DBEACCD5ECF}">
      <dgm:prSet/>
      <dgm:spPr/>
      <dgm:t>
        <a:bodyPr/>
        <a:lstStyle/>
        <a:p>
          <a:pPr>
            <a:defRPr cap="all"/>
          </a:pPr>
          <a:r>
            <a:rPr lang="fr-FR" b="0" i="0" baseline="0"/>
            <a:t>Analysez les performances de vente par catégorie et région </a:t>
          </a:r>
          <a:endParaRPr lang="en-US"/>
        </a:p>
      </dgm:t>
    </dgm:pt>
    <dgm:pt modelId="{F2DD4827-886B-4EEE-9DDE-591638FCF8C6}" type="parTrans" cxnId="{8C720E3E-41EB-44DF-B8BE-497D0CD99826}">
      <dgm:prSet/>
      <dgm:spPr/>
      <dgm:t>
        <a:bodyPr/>
        <a:lstStyle/>
        <a:p>
          <a:endParaRPr lang="en-US"/>
        </a:p>
      </dgm:t>
    </dgm:pt>
    <dgm:pt modelId="{35441999-8BB0-4FA3-9F9A-A5CA1E7F22F9}" type="sibTrans" cxnId="{8C720E3E-41EB-44DF-B8BE-497D0CD99826}">
      <dgm:prSet/>
      <dgm:spPr/>
      <dgm:t>
        <a:bodyPr/>
        <a:lstStyle/>
        <a:p>
          <a:endParaRPr lang="en-US"/>
        </a:p>
      </dgm:t>
    </dgm:pt>
    <dgm:pt modelId="{27F973E7-A085-4E9D-89A8-14980291616E}">
      <dgm:prSet/>
      <dgm:spPr/>
      <dgm:t>
        <a:bodyPr/>
        <a:lstStyle/>
        <a:p>
          <a:pPr>
            <a:defRPr cap="all"/>
          </a:pPr>
          <a:r>
            <a:rPr lang="fr-FR" b="0" i="0" baseline="0"/>
            <a:t>Contrôlez les marges et stocks depuis une interface intuitive </a:t>
          </a:r>
          <a:endParaRPr lang="en-US"/>
        </a:p>
      </dgm:t>
    </dgm:pt>
    <dgm:pt modelId="{6A180E25-DA83-493B-8A2F-05940860CD28}" type="parTrans" cxnId="{A5BE3B71-6C6C-4F08-92B3-0C2899096C33}">
      <dgm:prSet/>
      <dgm:spPr/>
      <dgm:t>
        <a:bodyPr/>
        <a:lstStyle/>
        <a:p>
          <a:endParaRPr lang="en-US"/>
        </a:p>
      </dgm:t>
    </dgm:pt>
    <dgm:pt modelId="{A8EA394C-7B0A-49EB-8044-3F1651F7A150}" type="sibTrans" cxnId="{A5BE3B71-6C6C-4F08-92B3-0C2899096C33}">
      <dgm:prSet/>
      <dgm:spPr/>
      <dgm:t>
        <a:bodyPr/>
        <a:lstStyle/>
        <a:p>
          <a:endParaRPr lang="en-US"/>
        </a:p>
      </dgm:t>
    </dgm:pt>
    <dgm:pt modelId="{48ECB5B1-D0A2-4F64-917E-9A4F97FF29D1}" type="pres">
      <dgm:prSet presAssocID="{9634CE6F-A11C-400E-846B-3CE60E8B6CBC}" presName="root" presStyleCnt="0">
        <dgm:presLayoutVars>
          <dgm:dir/>
          <dgm:resizeHandles val="exact"/>
        </dgm:presLayoutVars>
      </dgm:prSet>
      <dgm:spPr/>
    </dgm:pt>
    <dgm:pt modelId="{5CDDAC7F-1EE8-40D4-9D34-0FAF14644278}" type="pres">
      <dgm:prSet presAssocID="{35E52BAB-4852-4ED9-829B-3F9FB6211466}" presName="compNode" presStyleCnt="0"/>
      <dgm:spPr/>
    </dgm:pt>
    <dgm:pt modelId="{9B4694FE-8374-420B-B358-138D8CE4D2EF}" type="pres">
      <dgm:prSet presAssocID="{35E52BAB-4852-4ED9-829B-3F9FB6211466}" presName="iconBgRect" presStyleLbl="bgShp" presStyleIdx="0" presStyleCnt="5"/>
      <dgm:spPr/>
    </dgm:pt>
    <dgm:pt modelId="{6BAB401C-5264-4398-B00B-03B881F0E023}" type="pres">
      <dgm:prSet presAssocID="{35E52BAB-4852-4ED9-829B-3F9FB621146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ournal"/>
        </a:ext>
      </dgm:extLst>
    </dgm:pt>
    <dgm:pt modelId="{E346039A-1F88-4312-81B4-FB0BCB53149B}" type="pres">
      <dgm:prSet presAssocID="{35E52BAB-4852-4ED9-829B-3F9FB6211466}" presName="spaceRect" presStyleCnt="0"/>
      <dgm:spPr/>
    </dgm:pt>
    <dgm:pt modelId="{C8FA0CBD-DBA0-4204-8F14-A792364684CC}" type="pres">
      <dgm:prSet presAssocID="{35E52BAB-4852-4ED9-829B-3F9FB6211466}" presName="textRect" presStyleLbl="revTx" presStyleIdx="0" presStyleCnt="5">
        <dgm:presLayoutVars>
          <dgm:chMax val="1"/>
          <dgm:chPref val="1"/>
        </dgm:presLayoutVars>
      </dgm:prSet>
      <dgm:spPr/>
    </dgm:pt>
    <dgm:pt modelId="{217289CE-A251-4A4C-A1CB-13C96349A7A4}" type="pres">
      <dgm:prSet presAssocID="{351495A2-617B-4226-A079-84CF2745C490}" presName="sibTrans" presStyleCnt="0"/>
      <dgm:spPr/>
    </dgm:pt>
    <dgm:pt modelId="{D8CFB104-1A7C-4335-BC4F-61A3A2413182}" type="pres">
      <dgm:prSet presAssocID="{F3A43C83-2DCE-43CB-9D92-A04C7CC3E30E}" presName="compNode" presStyleCnt="0"/>
      <dgm:spPr/>
    </dgm:pt>
    <dgm:pt modelId="{D7039FBB-B3B1-4594-9A11-2CDA34472E8A}" type="pres">
      <dgm:prSet presAssocID="{F3A43C83-2DCE-43CB-9D92-A04C7CC3E30E}" presName="iconBgRect" presStyleLbl="bgShp" presStyleIdx="1" presStyleCnt="5"/>
      <dgm:spPr/>
    </dgm:pt>
    <dgm:pt modelId="{316E9D55-EAD7-45EC-9709-FDD7FD3B7A08}" type="pres">
      <dgm:prSet presAssocID="{F3A43C83-2DCE-43CB-9D92-A04C7CC3E30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tilisateur"/>
        </a:ext>
      </dgm:extLst>
    </dgm:pt>
    <dgm:pt modelId="{12D6972A-0E79-4D17-A635-78A519328503}" type="pres">
      <dgm:prSet presAssocID="{F3A43C83-2DCE-43CB-9D92-A04C7CC3E30E}" presName="spaceRect" presStyleCnt="0"/>
      <dgm:spPr/>
    </dgm:pt>
    <dgm:pt modelId="{08C246C5-ED7E-4E7C-93D6-BDC1106208FA}" type="pres">
      <dgm:prSet presAssocID="{F3A43C83-2DCE-43CB-9D92-A04C7CC3E30E}" presName="textRect" presStyleLbl="revTx" presStyleIdx="1" presStyleCnt="5">
        <dgm:presLayoutVars>
          <dgm:chMax val="1"/>
          <dgm:chPref val="1"/>
        </dgm:presLayoutVars>
      </dgm:prSet>
      <dgm:spPr/>
    </dgm:pt>
    <dgm:pt modelId="{107E0456-8920-4005-B645-2C7ECA88B126}" type="pres">
      <dgm:prSet presAssocID="{48DD0041-E870-4C99-AC41-F04143EEAA34}" presName="sibTrans" presStyleCnt="0"/>
      <dgm:spPr/>
    </dgm:pt>
    <dgm:pt modelId="{0EFB1BB5-B7C5-44BF-9BC1-A611D78ED39C}" type="pres">
      <dgm:prSet presAssocID="{1316E0B6-B253-4B92-B8E8-AC200CF0C4D4}" presName="compNode" presStyleCnt="0"/>
      <dgm:spPr/>
    </dgm:pt>
    <dgm:pt modelId="{925C9DD7-55FD-4F3C-9598-34D2343A9AA8}" type="pres">
      <dgm:prSet presAssocID="{1316E0B6-B253-4B92-B8E8-AC200CF0C4D4}" presName="iconBgRect" presStyleLbl="bgShp" presStyleIdx="2" presStyleCnt="5"/>
      <dgm:spPr/>
    </dgm:pt>
    <dgm:pt modelId="{166D2D57-49A4-42B9-AD36-4C3BEDED4808}" type="pres">
      <dgm:prSet presAssocID="{1316E0B6-B253-4B92-B8E8-AC200CF0C4D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iole"/>
        </a:ext>
      </dgm:extLst>
    </dgm:pt>
    <dgm:pt modelId="{6AD52B8D-BBBB-4A50-BC78-9B83803142E6}" type="pres">
      <dgm:prSet presAssocID="{1316E0B6-B253-4B92-B8E8-AC200CF0C4D4}" presName="spaceRect" presStyleCnt="0"/>
      <dgm:spPr/>
    </dgm:pt>
    <dgm:pt modelId="{C1F713B3-7F3D-4D0F-80FE-A343986AB3ED}" type="pres">
      <dgm:prSet presAssocID="{1316E0B6-B253-4B92-B8E8-AC200CF0C4D4}" presName="textRect" presStyleLbl="revTx" presStyleIdx="2" presStyleCnt="5">
        <dgm:presLayoutVars>
          <dgm:chMax val="1"/>
          <dgm:chPref val="1"/>
        </dgm:presLayoutVars>
      </dgm:prSet>
      <dgm:spPr/>
    </dgm:pt>
    <dgm:pt modelId="{0FDF23C8-7DFD-4A27-B638-0A7F81FBBA3B}" type="pres">
      <dgm:prSet presAssocID="{2299EEB4-2DBB-4ACB-BA43-AE4B5CD1587D}" presName="sibTrans" presStyleCnt="0"/>
      <dgm:spPr/>
    </dgm:pt>
    <dgm:pt modelId="{69EEFA58-76E0-4C34-981B-E1C34E732FF2}" type="pres">
      <dgm:prSet presAssocID="{292A7213-1E87-4414-BCBC-6DBEACCD5ECF}" presName="compNode" presStyleCnt="0"/>
      <dgm:spPr/>
    </dgm:pt>
    <dgm:pt modelId="{99D19A2B-5C9A-46F4-9E9F-AF234FA41F0B}" type="pres">
      <dgm:prSet presAssocID="{292A7213-1E87-4414-BCBC-6DBEACCD5ECF}" presName="iconBgRect" presStyleLbl="bgShp" presStyleIdx="3" presStyleCnt="5"/>
      <dgm:spPr/>
    </dgm:pt>
    <dgm:pt modelId="{AC9932EF-E0DC-429E-8141-D92ADFDD4A46}" type="pres">
      <dgm:prSet presAssocID="{292A7213-1E87-4414-BCBC-6DBEACCD5EC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509F3EBE-4FC0-4B2A-8056-09C207E03280}" type="pres">
      <dgm:prSet presAssocID="{292A7213-1E87-4414-BCBC-6DBEACCD5ECF}" presName="spaceRect" presStyleCnt="0"/>
      <dgm:spPr/>
    </dgm:pt>
    <dgm:pt modelId="{11CDD79A-4B6D-4948-B114-0C168D7DAA44}" type="pres">
      <dgm:prSet presAssocID="{292A7213-1E87-4414-BCBC-6DBEACCD5ECF}" presName="textRect" presStyleLbl="revTx" presStyleIdx="3" presStyleCnt="5">
        <dgm:presLayoutVars>
          <dgm:chMax val="1"/>
          <dgm:chPref val="1"/>
        </dgm:presLayoutVars>
      </dgm:prSet>
      <dgm:spPr/>
    </dgm:pt>
    <dgm:pt modelId="{EA55473E-211B-4265-9900-624F24CE7A14}" type="pres">
      <dgm:prSet presAssocID="{35441999-8BB0-4FA3-9F9A-A5CA1E7F22F9}" presName="sibTrans" presStyleCnt="0"/>
      <dgm:spPr/>
    </dgm:pt>
    <dgm:pt modelId="{F2424552-A2B6-4E61-837A-679E71882FD1}" type="pres">
      <dgm:prSet presAssocID="{27F973E7-A085-4E9D-89A8-14980291616E}" presName="compNode" presStyleCnt="0"/>
      <dgm:spPr/>
    </dgm:pt>
    <dgm:pt modelId="{EC2CB0D7-7112-4ACB-BCD5-94697D3FCB8C}" type="pres">
      <dgm:prSet presAssocID="{27F973E7-A085-4E9D-89A8-14980291616E}" presName="iconBgRect" presStyleLbl="bgShp" presStyleIdx="4" presStyleCnt="5"/>
      <dgm:spPr/>
    </dgm:pt>
    <dgm:pt modelId="{E8D41EAA-6DA9-49DD-B277-0652967901F8}" type="pres">
      <dgm:prSet presAssocID="{27F973E7-A085-4E9D-89A8-14980291616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che"/>
        </a:ext>
      </dgm:extLst>
    </dgm:pt>
    <dgm:pt modelId="{D90D0711-2594-4E03-B6E7-2A5004B183E9}" type="pres">
      <dgm:prSet presAssocID="{27F973E7-A085-4E9D-89A8-14980291616E}" presName="spaceRect" presStyleCnt="0"/>
      <dgm:spPr/>
    </dgm:pt>
    <dgm:pt modelId="{04389760-A826-4B8F-8933-845738E40DE8}" type="pres">
      <dgm:prSet presAssocID="{27F973E7-A085-4E9D-89A8-14980291616E}" presName="textRect" presStyleLbl="revTx" presStyleIdx="4" presStyleCnt="5">
        <dgm:presLayoutVars>
          <dgm:chMax val="1"/>
          <dgm:chPref val="1"/>
        </dgm:presLayoutVars>
      </dgm:prSet>
      <dgm:spPr/>
    </dgm:pt>
  </dgm:ptLst>
  <dgm:cxnLst>
    <dgm:cxn modelId="{68AAE518-A41B-4A8A-8BCD-79733DADF2D0}" type="presOf" srcId="{27F973E7-A085-4E9D-89A8-14980291616E}" destId="{04389760-A826-4B8F-8933-845738E40DE8}" srcOrd="0" destOrd="0" presId="urn:microsoft.com/office/officeart/2018/5/layout/IconCircleLabelList"/>
    <dgm:cxn modelId="{6292DB1A-69BC-4CFC-998F-8E2AFB2A8E50}" type="presOf" srcId="{292A7213-1E87-4414-BCBC-6DBEACCD5ECF}" destId="{11CDD79A-4B6D-4948-B114-0C168D7DAA44}" srcOrd="0" destOrd="0" presId="urn:microsoft.com/office/officeart/2018/5/layout/IconCircleLabelList"/>
    <dgm:cxn modelId="{8C720E3E-41EB-44DF-B8BE-497D0CD99826}" srcId="{9634CE6F-A11C-400E-846B-3CE60E8B6CBC}" destId="{292A7213-1E87-4414-BCBC-6DBEACCD5ECF}" srcOrd="3" destOrd="0" parTransId="{F2DD4827-886B-4EEE-9DDE-591638FCF8C6}" sibTransId="{35441999-8BB0-4FA3-9F9A-A5CA1E7F22F9}"/>
    <dgm:cxn modelId="{E7691144-F57C-45DF-988C-0CAF8B5E371A}" srcId="{9634CE6F-A11C-400E-846B-3CE60E8B6CBC}" destId="{F3A43C83-2DCE-43CB-9D92-A04C7CC3E30E}" srcOrd="1" destOrd="0" parTransId="{777CCECA-9949-42FF-BE4B-550C4B59F9F4}" sibTransId="{48DD0041-E870-4C99-AC41-F04143EEAA34}"/>
    <dgm:cxn modelId="{A5BE3B71-6C6C-4F08-92B3-0C2899096C33}" srcId="{9634CE6F-A11C-400E-846B-3CE60E8B6CBC}" destId="{27F973E7-A085-4E9D-89A8-14980291616E}" srcOrd="4" destOrd="0" parTransId="{6A180E25-DA83-493B-8A2F-05940860CD28}" sibTransId="{A8EA394C-7B0A-49EB-8044-3F1651F7A150}"/>
    <dgm:cxn modelId="{83445C73-D7DE-4001-ABC1-23ED8CECBA24}" type="presOf" srcId="{F3A43C83-2DCE-43CB-9D92-A04C7CC3E30E}" destId="{08C246C5-ED7E-4E7C-93D6-BDC1106208FA}" srcOrd="0" destOrd="0" presId="urn:microsoft.com/office/officeart/2018/5/layout/IconCircleLabelList"/>
    <dgm:cxn modelId="{BA2E4857-284B-4133-B773-2EC9D80ACE0E}" type="presOf" srcId="{1316E0B6-B253-4B92-B8E8-AC200CF0C4D4}" destId="{C1F713B3-7F3D-4D0F-80FE-A343986AB3ED}" srcOrd="0" destOrd="0" presId="urn:microsoft.com/office/officeart/2018/5/layout/IconCircleLabelList"/>
    <dgm:cxn modelId="{3C1B2F85-C935-467B-B766-5083447C3C54}" type="presOf" srcId="{35E52BAB-4852-4ED9-829B-3F9FB6211466}" destId="{C8FA0CBD-DBA0-4204-8F14-A792364684CC}" srcOrd="0" destOrd="0" presId="urn:microsoft.com/office/officeart/2018/5/layout/IconCircleLabelList"/>
    <dgm:cxn modelId="{9164BF9D-ED88-4660-B0FE-82BFF9C4DA90}" type="presOf" srcId="{9634CE6F-A11C-400E-846B-3CE60E8B6CBC}" destId="{48ECB5B1-D0A2-4F64-917E-9A4F97FF29D1}" srcOrd="0" destOrd="0" presId="urn:microsoft.com/office/officeart/2018/5/layout/IconCircleLabelList"/>
    <dgm:cxn modelId="{FA69BDA5-5BF9-46F0-9038-0E0BA27B8812}" srcId="{9634CE6F-A11C-400E-846B-3CE60E8B6CBC}" destId="{1316E0B6-B253-4B92-B8E8-AC200CF0C4D4}" srcOrd="2" destOrd="0" parTransId="{A364F4AC-3A8C-4E72-8590-7428B66F5356}" sibTransId="{2299EEB4-2DBB-4ACB-BA43-AE4B5CD1587D}"/>
    <dgm:cxn modelId="{081F31B3-F361-4E55-9BF6-F5BB28C853D6}" srcId="{9634CE6F-A11C-400E-846B-3CE60E8B6CBC}" destId="{35E52BAB-4852-4ED9-829B-3F9FB6211466}" srcOrd="0" destOrd="0" parTransId="{7929AADE-99BA-4C7A-AB36-B99E9BBDEC65}" sibTransId="{351495A2-617B-4226-A079-84CF2745C490}"/>
    <dgm:cxn modelId="{E002C428-227D-4304-ACE2-90C581E23DD2}" type="presParOf" srcId="{48ECB5B1-D0A2-4F64-917E-9A4F97FF29D1}" destId="{5CDDAC7F-1EE8-40D4-9D34-0FAF14644278}" srcOrd="0" destOrd="0" presId="urn:microsoft.com/office/officeart/2018/5/layout/IconCircleLabelList"/>
    <dgm:cxn modelId="{49914B93-B733-4406-8426-ECA791744381}" type="presParOf" srcId="{5CDDAC7F-1EE8-40D4-9D34-0FAF14644278}" destId="{9B4694FE-8374-420B-B358-138D8CE4D2EF}" srcOrd="0" destOrd="0" presId="urn:microsoft.com/office/officeart/2018/5/layout/IconCircleLabelList"/>
    <dgm:cxn modelId="{D0E5769C-0AD4-43F6-A7FC-E6CD9634D73D}" type="presParOf" srcId="{5CDDAC7F-1EE8-40D4-9D34-0FAF14644278}" destId="{6BAB401C-5264-4398-B00B-03B881F0E023}" srcOrd="1" destOrd="0" presId="urn:microsoft.com/office/officeart/2018/5/layout/IconCircleLabelList"/>
    <dgm:cxn modelId="{2C951EC5-EB3D-40E0-8FA0-BEA6EEE86C5E}" type="presParOf" srcId="{5CDDAC7F-1EE8-40D4-9D34-0FAF14644278}" destId="{E346039A-1F88-4312-81B4-FB0BCB53149B}" srcOrd="2" destOrd="0" presId="urn:microsoft.com/office/officeart/2018/5/layout/IconCircleLabelList"/>
    <dgm:cxn modelId="{55645E10-9AB5-4D38-A605-6868F637BFA8}" type="presParOf" srcId="{5CDDAC7F-1EE8-40D4-9D34-0FAF14644278}" destId="{C8FA0CBD-DBA0-4204-8F14-A792364684CC}" srcOrd="3" destOrd="0" presId="urn:microsoft.com/office/officeart/2018/5/layout/IconCircleLabelList"/>
    <dgm:cxn modelId="{AC0F7C18-879A-4F34-A3C8-CB525A1CACFE}" type="presParOf" srcId="{48ECB5B1-D0A2-4F64-917E-9A4F97FF29D1}" destId="{217289CE-A251-4A4C-A1CB-13C96349A7A4}" srcOrd="1" destOrd="0" presId="urn:microsoft.com/office/officeart/2018/5/layout/IconCircleLabelList"/>
    <dgm:cxn modelId="{E2CEC165-62F2-4FFF-AA4C-55ADA1345B12}" type="presParOf" srcId="{48ECB5B1-D0A2-4F64-917E-9A4F97FF29D1}" destId="{D8CFB104-1A7C-4335-BC4F-61A3A2413182}" srcOrd="2" destOrd="0" presId="urn:microsoft.com/office/officeart/2018/5/layout/IconCircleLabelList"/>
    <dgm:cxn modelId="{87D00E09-F898-4316-A877-372F52CB2AD1}" type="presParOf" srcId="{D8CFB104-1A7C-4335-BC4F-61A3A2413182}" destId="{D7039FBB-B3B1-4594-9A11-2CDA34472E8A}" srcOrd="0" destOrd="0" presId="urn:microsoft.com/office/officeart/2018/5/layout/IconCircleLabelList"/>
    <dgm:cxn modelId="{75CDA15F-D82E-4ACC-BB55-685795AB02A8}" type="presParOf" srcId="{D8CFB104-1A7C-4335-BC4F-61A3A2413182}" destId="{316E9D55-EAD7-45EC-9709-FDD7FD3B7A08}" srcOrd="1" destOrd="0" presId="urn:microsoft.com/office/officeart/2018/5/layout/IconCircleLabelList"/>
    <dgm:cxn modelId="{37C20325-E184-4DCA-83BC-9BC20D2B5294}" type="presParOf" srcId="{D8CFB104-1A7C-4335-BC4F-61A3A2413182}" destId="{12D6972A-0E79-4D17-A635-78A519328503}" srcOrd="2" destOrd="0" presId="urn:microsoft.com/office/officeart/2018/5/layout/IconCircleLabelList"/>
    <dgm:cxn modelId="{26987DD2-5164-4E90-B85B-8EB0BC354D00}" type="presParOf" srcId="{D8CFB104-1A7C-4335-BC4F-61A3A2413182}" destId="{08C246C5-ED7E-4E7C-93D6-BDC1106208FA}" srcOrd="3" destOrd="0" presId="urn:microsoft.com/office/officeart/2018/5/layout/IconCircleLabelList"/>
    <dgm:cxn modelId="{0BDD156B-5D2D-467B-9229-AA3C25D24FD3}" type="presParOf" srcId="{48ECB5B1-D0A2-4F64-917E-9A4F97FF29D1}" destId="{107E0456-8920-4005-B645-2C7ECA88B126}" srcOrd="3" destOrd="0" presId="urn:microsoft.com/office/officeart/2018/5/layout/IconCircleLabelList"/>
    <dgm:cxn modelId="{B2D40ED1-9592-46D2-8B6E-9BA61E3336C8}" type="presParOf" srcId="{48ECB5B1-D0A2-4F64-917E-9A4F97FF29D1}" destId="{0EFB1BB5-B7C5-44BF-9BC1-A611D78ED39C}" srcOrd="4" destOrd="0" presId="urn:microsoft.com/office/officeart/2018/5/layout/IconCircleLabelList"/>
    <dgm:cxn modelId="{A3D7826F-72AE-4F0E-8CD7-64C684555ED4}" type="presParOf" srcId="{0EFB1BB5-B7C5-44BF-9BC1-A611D78ED39C}" destId="{925C9DD7-55FD-4F3C-9598-34D2343A9AA8}" srcOrd="0" destOrd="0" presId="urn:microsoft.com/office/officeart/2018/5/layout/IconCircleLabelList"/>
    <dgm:cxn modelId="{2F63F080-B545-4387-99A4-DB6FF9C2EF3D}" type="presParOf" srcId="{0EFB1BB5-B7C5-44BF-9BC1-A611D78ED39C}" destId="{166D2D57-49A4-42B9-AD36-4C3BEDED4808}" srcOrd="1" destOrd="0" presId="urn:microsoft.com/office/officeart/2018/5/layout/IconCircleLabelList"/>
    <dgm:cxn modelId="{8A23151E-D380-43E9-847F-460CB514C09C}" type="presParOf" srcId="{0EFB1BB5-B7C5-44BF-9BC1-A611D78ED39C}" destId="{6AD52B8D-BBBB-4A50-BC78-9B83803142E6}" srcOrd="2" destOrd="0" presId="urn:microsoft.com/office/officeart/2018/5/layout/IconCircleLabelList"/>
    <dgm:cxn modelId="{A6DED741-FD4E-418D-84F2-E7EC45D3E84D}" type="presParOf" srcId="{0EFB1BB5-B7C5-44BF-9BC1-A611D78ED39C}" destId="{C1F713B3-7F3D-4D0F-80FE-A343986AB3ED}" srcOrd="3" destOrd="0" presId="urn:microsoft.com/office/officeart/2018/5/layout/IconCircleLabelList"/>
    <dgm:cxn modelId="{933AF621-A118-438B-BA76-9DD6DD0FF7A3}" type="presParOf" srcId="{48ECB5B1-D0A2-4F64-917E-9A4F97FF29D1}" destId="{0FDF23C8-7DFD-4A27-B638-0A7F81FBBA3B}" srcOrd="5" destOrd="0" presId="urn:microsoft.com/office/officeart/2018/5/layout/IconCircleLabelList"/>
    <dgm:cxn modelId="{29D28A78-028C-4DD2-8575-8B27FBFD622E}" type="presParOf" srcId="{48ECB5B1-D0A2-4F64-917E-9A4F97FF29D1}" destId="{69EEFA58-76E0-4C34-981B-E1C34E732FF2}" srcOrd="6" destOrd="0" presId="urn:microsoft.com/office/officeart/2018/5/layout/IconCircleLabelList"/>
    <dgm:cxn modelId="{ED1662C5-E1B6-4437-BD43-2041F7A00F4C}" type="presParOf" srcId="{69EEFA58-76E0-4C34-981B-E1C34E732FF2}" destId="{99D19A2B-5C9A-46F4-9E9F-AF234FA41F0B}" srcOrd="0" destOrd="0" presId="urn:microsoft.com/office/officeart/2018/5/layout/IconCircleLabelList"/>
    <dgm:cxn modelId="{4F2A0310-1950-42D0-8C64-5E767E118064}" type="presParOf" srcId="{69EEFA58-76E0-4C34-981B-E1C34E732FF2}" destId="{AC9932EF-E0DC-429E-8141-D92ADFDD4A46}" srcOrd="1" destOrd="0" presId="urn:microsoft.com/office/officeart/2018/5/layout/IconCircleLabelList"/>
    <dgm:cxn modelId="{80D358A4-50BF-4B27-9772-C5798659A42B}" type="presParOf" srcId="{69EEFA58-76E0-4C34-981B-E1C34E732FF2}" destId="{509F3EBE-4FC0-4B2A-8056-09C207E03280}" srcOrd="2" destOrd="0" presId="urn:microsoft.com/office/officeart/2018/5/layout/IconCircleLabelList"/>
    <dgm:cxn modelId="{8E2FF68C-5719-484D-B76C-0E59E562C506}" type="presParOf" srcId="{69EEFA58-76E0-4C34-981B-E1C34E732FF2}" destId="{11CDD79A-4B6D-4948-B114-0C168D7DAA44}" srcOrd="3" destOrd="0" presId="urn:microsoft.com/office/officeart/2018/5/layout/IconCircleLabelList"/>
    <dgm:cxn modelId="{28ED17F1-EA1F-4257-9B7F-D9ACA71204FD}" type="presParOf" srcId="{48ECB5B1-D0A2-4F64-917E-9A4F97FF29D1}" destId="{EA55473E-211B-4265-9900-624F24CE7A14}" srcOrd="7" destOrd="0" presId="urn:microsoft.com/office/officeart/2018/5/layout/IconCircleLabelList"/>
    <dgm:cxn modelId="{B764D1E3-C653-4C2A-9A03-E43A6EB9F3F0}" type="presParOf" srcId="{48ECB5B1-D0A2-4F64-917E-9A4F97FF29D1}" destId="{F2424552-A2B6-4E61-837A-679E71882FD1}" srcOrd="8" destOrd="0" presId="urn:microsoft.com/office/officeart/2018/5/layout/IconCircleLabelList"/>
    <dgm:cxn modelId="{B1053885-B031-4253-B28E-DC3F78DD6B45}" type="presParOf" srcId="{F2424552-A2B6-4E61-837A-679E71882FD1}" destId="{EC2CB0D7-7112-4ACB-BCD5-94697D3FCB8C}" srcOrd="0" destOrd="0" presId="urn:microsoft.com/office/officeart/2018/5/layout/IconCircleLabelList"/>
    <dgm:cxn modelId="{D95A1966-4DBC-4512-A4D8-7F4EA10CA564}" type="presParOf" srcId="{F2424552-A2B6-4E61-837A-679E71882FD1}" destId="{E8D41EAA-6DA9-49DD-B277-0652967901F8}" srcOrd="1" destOrd="0" presId="urn:microsoft.com/office/officeart/2018/5/layout/IconCircleLabelList"/>
    <dgm:cxn modelId="{3B80F44A-53CA-4DC4-A6F8-C4BE19AC8FEC}" type="presParOf" srcId="{F2424552-A2B6-4E61-837A-679E71882FD1}" destId="{D90D0711-2594-4E03-B6E7-2A5004B183E9}" srcOrd="2" destOrd="0" presId="urn:microsoft.com/office/officeart/2018/5/layout/IconCircleLabelList"/>
    <dgm:cxn modelId="{C8586DE8-70AF-43B9-9802-757CCA5C586C}" type="presParOf" srcId="{F2424552-A2B6-4E61-837A-679E71882FD1}" destId="{04389760-A826-4B8F-8933-845738E40DE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C864473-11FE-47C7-BFCC-FC01B2230691}"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17609680-B545-4ADE-998A-E0158D05FB53}">
      <dgm:prSet/>
      <dgm:spPr/>
      <dgm:t>
        <a:bodyPr/>
        <a:lstStyle/>
        <a:p>
          <a:pPr>
            <a:defRPr cap="all"/>
          </a:pPr>
          <a:r>
            <a:rPr lang="fr-FR" b="0" i="0" baseline="0"/>
            <a:t>Créez et gérez des compétitions de toute envergure </a:t>
          </a:r>
          <a:endParaRPr lang="en-US"/>
        </a:p>
      </dgm:t>
    </dgm:pt>
    <dgm:pt modelId="{96D7FD0C-9B11-4BB0-91E0-3A340B4FA0C8}" type="parTrans" cxnId="{74A60498-688A-454E-9F87-CE08859F9446}">
      <dgm:prSet/>
      <dgm:spPr/>
      <dgm:t>
        <a:bodyPr/>
        <a:lstStyle/>
        <a:p>
          <a:endParaRPr lang="en-US"/>
        </a:p>
      </dgm:t>
    </dgm:pt>
    <dgm:pt modelId="{718EA6EC-85F0-414B-AAF7-A0D8F275A6C1}" type="sibTrans" cxnId="{74A60498-688A-454E-9F87-CE08859F9446}">
      <dgm:prSet/>
      <dgm:spPr/>
      <dgm:t>
        <a:bodyPr/>
        <a:lstStyle/>
        <a:p>
          <a:endParaRPr lang="en-US"/>
        </a:p>
      </dgm:t>
    </dgm:pt>
    <dgm:pt modelId="{E7C2988D-B955-48F1-ABFA-0BE28FB370B7}">
      <dgm:prSet/>
      <dgm:spPr/>
      <dgm:t>
        <a:bodyPr/>
        <a:lstStyle/>
        <a:p>
          <a:pPr>
            <a:defRPr cap="all"/>
          </a:pPr>
          <a:r>
            <a:rPr lang="fr-FR" b="0" i="0" baseline="0"/>
            <a:t>Automatisez le processus d'inscription et de validation </a:t>
          </a:r>
          <a:endParaRPr lang="en-US"/>
        </a:p>
      </dgm:t>
    </dgm:pt>
    <dgm:pt modelId="{BE1EBD43-8FAF-4735-BA9C-8D98F103ECAF}" type="parTrans" cxnId="{17670E1A-C51D-4BDD-B668-0B2EA819AB62}">
      <dgm:prSet/>
      <dgm:spPr/>
      <dgm:t>
        <a:bodyPr/>
        <a:lstStyle/>
        <a:p>
          <a:endParaRPr lang="en-US"/>
        </a:p>
      </dgm:t>
    </dgm:pt>
    <dgm:pt modelId="{AA8F8B8B-D65C-4ECE-A2DF-4DB4E13288C9}" type="sibTrans" cxnId="{17670E1A-C51D-4BDD-B668-0B2EA819AB62}">
      <dgm:prSet/>
      <dgm:spPr/>
      <dgm:t>
        <a:bodyPr/>
        <a:lstStyle/>
        <a:p>
          <a:endParaRPr lang="en-US"/>
        </a:p>
      </dgm:t>
    </dgm:pt>
    <dgm:pt modelId="{FE377BB7-2CAB-4DC3-958E-4AD86ED290E9}">
      <dgm:prSet/>
      <dgm:spPr/>
      <dgm:t>
        <a:bodyPr/>
        <a:lstStyle/>
        <a:p>
          <a:pPr>
            <a:defRPr cap="all"/>
          </a:pPr>
          <a:r>
            <a:rPr lang="fr-FR" b="0" i="0" baseline="0"/>
            <a:t>Générez les tableaux de compétition et ordres de passage </a:t>
          </a:r>
          <a:endParaRPr lang="en-US"/>
        </a:p>
      </dgm:t>
    </dgm:pt>
    <dgm:pt modelId="{A72C5302-F5F7-4BF8-98B4-ED56839D49FC}" type="parTrans" cxnId="{2AA9A2D3-5A40-48D3-8CE2-469D5868309D}">
      <dgm:prSet/>
      <dgm:spPr/>
      <dgm:t>
        <a:bodyPr/>
        <a:lstStyle/>
        <a:p>
          <a:endParaRPr lang="en-US"/>
        </a:p>
      </dgm:t>
    </dgm:pt>
    <dgm:pt modelId="{6E290836-D564-494F-B275-AD5CD9AE8BCE}" type="sibTrans" cxnId="{2AA9A2D3-5A40-48D3-8CE2-469D5868309D}">
      <dgm:prSet/>
      <dgm:spPr/>
      <dgm:t>
        <a:bodyPr/>
        <a:lstStyle/>
        <a:p>
          <a:endParaRPr lang="en-US"/>
        </a:p>
      </dgm:t>
    </dgm:pt>
    <dgm:pt modelId="{1EBFB55B-6B5D-4884-94DF-D4EB3895D218}">
      <dgm:prSet/>
      <dgm:spPr/>
      <dgm:t>
        <a:bodyPr/>
        <a:lstStyle/>
        <a:p>
          <a:pPr>
            <a:defRPr cap="all"/>
          </a:pPr>
          <a:r>
            <a:rPr lang="fr-FR" b="0" i="0" baseline="0"/>
            <a:t>Publiez les résultats en temps réel </a:t>
          </a:r>
          <a:endParaRPr lang="en-US"/>
        </a:p>
      </dgm:t>
    </dgm:pt>
    <dgm:pt modelId="{816904C1-F418-4AE6-AA22-93CCB6CAF7BD}" type="parTrans" cxnId="{A1BE41C9-54FF-4105-BDC7-87DCE2B83C37}">
      <dgm:prSet/>
      <dgm:spPr/>
      <dgm:t>
        <a:bodyPr/>
        <a:lstStyle/>
        <a:p>
          <a:endParaRPr lang="en-US"/>
        </a:p>
      </dgm:t>
    </dgm:pt>
    <dgm:pt modelId="{4BC0E611-D6E2-4538-B6CB-EEB735783EB3}" type="sibTrans" cxnId="{A1BE41C9-54FF-4105-BDC7-87DCE2B83C37}">
      <dgm:prSet/>
      <dgm:spPr/>
      <dgm:t>
        <a:bodyPr/>
        <a:lstStyle/>
        <a:p>
          <a:endParaRPr lang="en-US"/>
        </a:p>
      </dgm:t>
    </dgm:pt>
    <dgm:pt modelId="{366FC017-5C35-4CE3-9748-7C3900EE47D5}" type="pres">
      <dgm:prSet presAssocID="{BC864473-11FE-47C7-BFCC-FC01B2230691}" presName="root" presStyleCnt="0">
        <dgm:presLayoutVars>
          <dgm:dir/>
          <dgm:resizeHandles val="exact"/>
        </dgm:presLayoutVars>
      </dgm:prSet>
      <dgm:spPr/>
    </dgm:pt>
    <dgm:pt modelId="{30133E2A-3C51-46EC-923E-78EAF251F42A}" type="pres">
      <dgm:prSet presAssocID="{17609680-B545-4ADE-998A-E0158D05FB53}" presName="compNode" presStyleCnt="0"/>
      <dgm:spPr/>
    </dgm:pt>
    <dgm:pt modelId="{059341AA-7848-4253-88B7-A33CBD979FC2}" type="pres">
      <dgm:prSet presAssocID="{17609680-B545-4ADE-998A-E0158D05FB53}" presName="iconBgRect" presStyleLbl="bgShp" presStyleIdx="0" presStyleCnt="4"/>
      <dgm:spPr/>
    </dgm:pt>
    <dgm:pt modelId="{EC40383F-08A5-4358-8D51-BB1B062471A4}" type="pres">
      <dgm:prSet presAssocID="{17609680-B545-4ADE-998A-E0158D05FB5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ophée"/>
        </a:ext>
      </dgm:extLst>
    </dgm:pt>
    <dgm:pt modelId="{3CF2409D-EA9A-45F5-B5AF-9D27904ADD0E}" type="pres">
      <dgm:prSet presAssocID="{17609680-B545-4ADE-998A-E0158D05FB53}" presName="spaceRect" presStyleCnt="0"/>
      <dgm:spPr/>
    </dgm:pt>
    <dgm:pt modelId="{6D657BA8-47F1-48C7-8551-1F2FB6F6A535}" type="pres">
      <dgm:prSet presAssocID="{17609680-B545-4ADE-998A-E0158D05FB53}" presName="textRect" presStyleLbl="revTx" presStyleIdx="0" presStyleCnt="4">
        <dgm:presLayoutVars>
          <dgm:chMax val="1"/>
          <dgm:chPref val="1"/>
        </dgm:presLayoutVars>
      </dgm:prSet>
      <dgm:spPr/>
    </dgm:pt>
    <dgm:pt modelId="{7C9205EA-1503-4BB0-95CE-7EBEC9B88E3D}" type="pres">
      <dgm:prSet presAssocID="{718EA6EC-85F0-414B-AAF7-A0D8F275A6C1}" presName="sibTrans" presStyleCnt="0"/>
      <dgm:spPr/>
    </dgm:pt>
    <dgm:pt modelId="{0734A6AE-155F-48E0-83E6-702A86CE1E1C}" type="pres">
      <dgm:prSet presAssocID="{E7C2988D-B955-48F1-ABFA-0BE28FB370B7}" presName="compNode" presStyleCnt="0"/>
      <dgm:spPr/>
    </dgm:pt>
    <dgm:pt modelId="{1BDBBD57-80A9-4FCC-BD9F-16FCDE579958}" type="pres">
      <dgm:prSet presAssocID="{E7C2988D-B955-48F1-ABFA-0BE28FB370B7}" presName="iconBgRect" presStyleLbl="bgShp" presStyleIdx="1" presStyleCnt="4"/>
      <dgm:spPr/>
    </dgm:pt>
    <dgm:pt modelId="{4D0DE90F-1E2A-42A7-8FFE-5708217A5A4C}" type="pres">
      <dgm:prSet presAssocID="{E7C2988D-B955-48F1-ABFA-0BE28FB370B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che"/>
        </a:ext>
      </dgm:extLst>
    </dgm:pt>
    <dgm:pt modelId="{E6BCAC17-4E35-43C0-B6DE-BFA4753A0937}" type="pres">
      <dgm:prSet presAssocID="{E7C2988D-B955-48F1-ABFA-0BE28FB370B7}" presName="spaceRect" presStyleCnt="0"/>
      <dgm:spPr/>
    </dgm:pt>
    <dgm:pt modelId="{1D2B7A18-381B-426C-AB44-8C19CE90800D}" type="pres">
      <dgm:prSet presAssocID="{E7C2988D-B955-48F1-ABFA-0BE28FB370B7}" presName="textRect" presStyleLbl="revTx" presStyleIdx="1" presStyleCnt="4">
        <dgm:presLayoutVars>
          <dgm:chMax val="1"/>
          <dgm:chPref val="1"/>
        </dgm:presLayoutVars>
      </dgm:prSet>
      <dgm:spPr/>
    </dgm:pt>
    <dgm:pt modelId="{6D7A1085-278A-4295-80CC-24A4B0EC9E6D}" type="pres">
      <dgm:prSet presAssocID="{AA8F8B8B-D65C-4ECE-A2DF-4DB4E13288C9}" presName="sibTrans" presStyleCnt="0"/>
      <dgm:spPr/>
    </dgm:pt>
    <dgm:pt modelId="{BF604878-CD7C-4563-9117-3509365FCFFF}" type="pres">
      <dgm:prSet presAssocID="{FE377BB7-2CAB-4DC3-958E-4AD86ED290E9}" presName="compNode" presStyleCnt="0"/>
      <dgm:spPr/>
    </dgm:pt>
    <dgm:pt modelId="{C9CE68A9-25E9-4F05-B78F-68293D2BDDB7}" type="pres">
      <dgm:prSet presAssocID="{FE377BB7-2CAB-4DC3-958E-4AD86ED290E9}" presName="iconBgRect" presStyleLbl="bgShp" presStyleIdx="2" presStyleCnt="4"/>
      <dgm:spPr/>
    </dgm:pt>
    <dgm:pt modelId="{A319559C-38D8-4E9F-8322-350A672DC6F4}" type="pres">
      <dgm:prSet presAssocID="{FE377BB7-2CAB-4DC3-958E-4AD86ED290E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lette"/>
        </a:ext>
      </dgm:extLst>
    </dgm:pt>
    <dgm:pt modelId="{6CB134FC-D182-4195-B230-D61D71372A2F}" type="pres">
      <dgm:prSet presAssocID="{FE377BB7-2CAB-4DC3-958E-4AD86ED290E9}" presName="spaceRect" presStyleCnt="0"/>
      <dgm:spPr/>
    </dgm:pt>
    <dgm:pt modelId="{3E3E454A-B6E9-4C27-9A90-680AB2F283FC}" type="pres">
      <dgm:prSet presAssocID="{FE377BB7-2CAB-4DC3-958E-4AD86ED290E9}" presName="textRect" presStyleLbl="revTx" presStyleIdx="2" presStyleCnt="4">
        <dgm:presLayoutVars>
          <dgm:chMax val="1"/>
          <dgm:chPref val="1"/>
        </dgm:presLayoutVars>
      </dgm:prSet>
      <dgm:spPr/>
    </dgm:pt>
    <dgm:pt modelId="{3C6944F6-D0D8-4419-AF0C-10D7471BE440}" type="pres">
      <dgm:prSet presAssocID="{6E290836-D564-494F-B275-AD5CD9AE8BCE}" presName="sibTrans" presStyleCnt="0"/>
      <dgm:spPr/>
    </dgm:pt>
    <dgm:pt modelId="{C8921754-FDBF-453E-A3C5-F67DB1A38CA2}" type="pres">
      <dgm:prSet presAssocID="{1EBFB55B-6B5D-4884-94DF-D4EB3895D218}" presName="compNode" presStyleCnt="0"/>
      <dgm:spPr/>
    </dgm:pt>
    <dgm:pt modelId="{42D52D57-9A6E-4214-80E1-0E9534293ACE}" type="pres">
      <dgm:prSet presAssocID="{1EBFB55B-6B5D-4884-94DF-D4EB3895D218}" presName="iconBgRect" presStyleLbl="bgShp" presStyleIdx="3" presStyleCnt="4"/>
      <dgm:spPr/>
    </dgm:pt>
    <dgm:pt modelId="{1B4FFBC8-3016-41C8-AA37-57184AD23979}" type="pres">
      <dgm:prSet presAssocID="{1EBFB55B-6B5D-4884-94DF-D4EB3895D21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uage"/>
        </a:ext>
      </dgm:extLst>
    </dgm:pt>
    <dgm:pt modelId="{7BC92C91-33B1-4A3D-B4AD-FE1B74F10CEC}" type="pres">
      <dgm:prSet presAssocID="{1EBFB55B-6B5D-4884-94DF-D4EB3895D218}" presName="spaceRect" presStyleCnt="0"/>
      <dgm:spPr/>
    </dgm:pt>
    <dgm:pt modelId="{7D5634F7-2B63-42D7-8DDA-9B4FE5BCBF06}" type="pres">
      <dgm:prSet presAssocID="{1EBFB55B-6B5D-4884-94DF-D4EB3895D218}" presName="textRect" presStyleLbl="revTx" presStyleIdx="3" presStyleCnt="4">
        <dgm:presLayoutVars>
          <dgm:chMax val="1"/>
          <dgm:chPref val="1"/>
        </dgm:presLayoutVars>
      </dgm:prSet>
      <dgm:spPr/>
    </dgm:pt>
  </dgm:ptLst>
  <dgm:cxnLst>
    <dgm:cxn modelId="{0F6D4F14-0B15-4F94-9C2C-0E14CE98F8EC}" type="presOf" srcId="{BC864473-11FE-47C7-BFCC-FC01B2230691}" destId="{366FC017-5C35-4CE3-9748-7C3900EE47D5}" srcOrd="0" destOrd="0" presId="urn:microsoft.com/office/officeart/2018/5/layout/IconCircleLabelList"/>
    <dgm:cxn modelId="{17670E1A-C51D-4BDD-B668-0B2EA819AB62}" srcId="{BC864473-11FE-47C7-BFCC-FC01B2230691}" destId="{E7C2988D-B955-48F1-ABFA-0BE28FB370B7}" srcOrd="1" destOrd="0" parTransId="{BE1EBD43-8FAF-4735-BA9C-8D98F103ECAF}" sibTransId="{AA8F8B8B-D65C-4ECE-A2DF-4DB4E13288C9}"/>
    <dgm:cxn modelId="{B5431425-E67A-4FA9-8B96-223DE0AD7301}" type="presOf" srcId="{FE377BB7-2CAB-4DC3-958E-4AD86ED290E9}" destId="{3E3E454A-B6E9-4C27-9A90-680AB2F283FC}" srcOrd="0" destOrd="0" presId="urn:microsoft.com/office/officeart/2018/5/layout/IconCircleLabelList"/>
    <dgm:cxn modelId="{74A60498-688A-454E-9F87-CE08859F9446}" srcId="{BC864473-11FE-47C7-BFCC-FC01B2230691}" destId="{17609680-B545-4ADE-998A-E0158D05FB53}" srcOrd="0" destOrd="0" parTransId="{96D7FD0C-9B11-4BB0-91E0-3A340B4FA0C8}" sibTransId="{718EA6EC-85F0-414B-AAF7-A0D8F275A6C1}"/>
    <dgm:cxn modelId="{0AC847A5-216F-4D14-B957-268E3E8924D0}" type="presOf" srcId="{E7C2988D-B955-48F1-ABFA-0BE28FB370B7}" destId="{1D2B7A18-381B-426C-AB44-8C19CE90800D}" srcOrd="0" destOrd="0" presId="urn:microsoft.com/office/officeart/2018/5/layout/IconCircleLabelList"/>
    <dgm:cxn modelId="{A1BE41C9-54FF-4105-BDC7-87DCE2B83C37}" srcId="{BC864473-11FE-47C7-BFCC-FC01B2230691}" destId="{1EBFB55B-6B5D-4884-94DF-D4EB3895D218}" srcOrd="3" destOrd="0" parTransId="{816904C1-F418-4AE6-AA22-93CCB6CAF7BD}" sibTransId="{4BC0E611-D6E2-4538-B6CB-EEB735783EB3}"/>
    <dgm:cxn modelId="{2AA9A2D3-5A40-48D3-8CE2-469D5868309D}" srcId="{BC864473-11FE-47C7-BFCC-FC01B2230691}" destId="{FE377BB7-2CAB-4DC3-958E-4AD86ED290E9}" srcOrd="2" destOrd="0" parTransId="{A72C5302-F5F7-4BF8-98B4-ED56839D49FC}" sibTransId="{6E290836-D564-494F-B275-AD5CD9AE8BCE}"/>
    <dgm:cxn modelId="{F95AE3EE-5CF0-41FE-B9B5-261AC65F97C7}" type="presOf" srcId="{1EBFB55B-6B5D-4884-94DF-D4EB3895D218}" destId="{7D5634F7-2B63-42D7-8DDA-9B4FE5BCBF06}" srcOrd="0" destOrd="0" presId="urn:microsoft.com/office/officeart/2018/5/layout/IconCircleLabelList"/>
    <dgm:cxn modelId="{4861B2F4-2CA5-4AF9-B04F-8AED660DE139}" type="presOf" srcId="{17609680-B545-4ADE-998A-E0158D05FB53}" destId="{6D657BA8-47F1-48C7-8551-1F2FB6F6A535}" srcOrd="0" destOrd="0" presId="urn:microsoft.com/office/officeart/2018/5/layout/IconCircleLabelList"/>
    <dgm:cxn modelId="{B013DED5-C48C-47E0-8F5D-E9DC0BA515D0}" type="presParOf" srcId="{366FC017-5C35-4CE3-9748-7C3900EE47D5}" destId="{30133E2A-3C51-46EC-923E-78EAF251F42A}" srcOrd="0" destOrd="0" presId="urn:microsoft.com/office/officeart/2018/5/layout/IconCircleLabelList"/>
    <dgm:cxn modelId="{11A79653-BD14-4247-A48E-DDE44D9B3AEC}" type="presParOf" srcId="{30133E2A-3C51-46EC-923E-78EAF251F42A}" destId="{059341AA-7848-4253-88B7-A33CBD979FC2}" srcOrd="0" destOrd="0" presId="urn:microsoft.com/office/officeart/2018/5/layout/IconCircleLabelList"/>
    <dgm:cxn modelId="{E160DDA6-8D65-4BD0-AB23-657577A361D7}" type="presParOf" srcId="{30133E2A-3C51-46EC-923E-78EAF251F42A}" destId="{EC40383F-08A5-4358-8D51-BB1B062471A4}" srcOrd="1" destOrd="0" presId="urn:microsoft.com/office/officeart/2018/5/layout/IconCircleLabelList"/>
    <dgm:cxn modelId="{098E5EE2-F9E8-426C-80A3-8F5FDBEABD06}" type="presParOf" srcId="{30133E2A-3C51-46EC-923E-78EAF251F42A}" destId="{3CF2409D-EA9A-45F5-B5AF-9D27904ADD0E}" srcOrd="2" destOrd="0" presId="urn:microsoft.com/office/officeart/2018/5/layout/IconCircleLabelList"/>
    <dgm:cxn modelId="{688C354A-D784-4D70-85F0-182C726C27B1}" type="presParOf" srcId="{30133E2A-3C51-46EC-923E-78EAF251F42A}" destId="{6D657BA8-47F1-48C7-8551-1F2FB6F6A535}" srcOrd="3" destOrd="0" presId="urn:microsoft.com/office/officeart/2018/5/layout/IconCircleLabelList"/>
    <dgm:cxn modelId="{10218917-A8D3-43EE-BA1A-C9BFF3568488}" type="presParOf" srcId="{366FC017-5C35-4CE3-9748-7C3900EE47D5}" destId="{7C9205EA-1503-4BB0-95CE-7EBEC9B88E3D}" srcOrd="1" destOrd="0" presId="urn:microsoft.com/office/officeart/2018/5/layout/IconCircleLabelList"/>
    <dgm:cxn modelId="{078552F7-98A5-4B1E-864C-04D7C73FB3DC}" type="presParOf" srcId="{366FC017-5C35-4CE3-9748-7C3900EE47D5}" destId="{0734A6AE-155F-48E0-83E6-702A86CE1E1C}" srcOrd="2" destOrd="0" presId="urn:microsoft.com/office/officeart/2018/5/layout/IconCircleLabelList"/>
    <dgm:cxn modelId="{A417FD36-9BF9-4CA3-9872-407EB12014E9}" type="presParOf" srcId="{0734A6AE-155F-48E0-83E6-702A86CE1E1C}" destId="{1BDBBD57-80A9-4FCC-BD9F-16FCDE579958}" srcOrd="0" destOrd="0" presId="urn:microsoft.com/office/officeart/2018/5/layout/IconCircleLabelList"/>
    <dgm:cxn modelId="{2611870E-D73C-4C87-A5A3-9A4D16541F5B}" type="presParOf" srcId="{0734A6AE-155F-48E0-83E6-702A86CE1E1C}" destId="{4D0DE90F-1E2A-42A7-8FFE-5708217A5A4C}" srcOrd="1" destOrd="0" presId="urn:microsoft.com/office/officeart/2018/5/layout/IconCircleLabelList"/>
    <dgm:cxn modelId="{DEB4D0C0-00A8-4394-B480-E83B25CFE1BD}" type="presParOf" srcId="{0734A6AE-155F-48E0-83E6-702A86CE1E1C}" destId="{E6BCAC17-4E35-43C0-B6DE-BFA4753A0937}" srcOrd="2" destOrd="0" presId="urn:microsoft.com/office/officeart/2018/5/layout/IconCircleLabelList"/>
    <dgm:cxn modelId="{B9B2AED0-75F9-4FD5-885C-B1E9F85B279A}" type="presParOf" srcId="{0734A6AE-155F-48E0-83E6-702A86CE1E1C}" destId="{1D2B7A18-381B-426C-AB44-8C19CE90800D}" srcOrd="3" destOrd="0" presId="urn:microsoft.com/office/officeart/2018/5/layout/IconCircleLabelList"/>
    <dgm:cxn modelId="{FC5F6B3F-CA2B-4555-A8D5-14CF8D607B33}" type="presParOf" srcId="{366FC017-5C35-4CE3-9748-7C3900EE47D5}" destId="{6D7A1085-278A-4295-80CC-24A4B0EC9E6D}" srcOrd="3" destOrd="0" presId="urn:microsoft.com/office/officeart/2018/5/layout/IconCircleLabelList"/>
    <dgm:cxn modelId="{C64275D1-6152-4CEF-8F04-55C6E2642E59}" type="presParOf" srcId="{366FC017-5C35-4CE3-9748-7C3900EE47D5}" destId="{BF604878-CD7C-4563-9117-3509365FCFFF}" srcOrd="4" destOrd="0" presId="urn:microsoft.com/office/officeart/2018/5/layout/IconCircleLabelList"/>
    <dgm:cxn modelId="{A4D2C17F-25EA-4EF2-A547-79F926450813}" type="presParOf" srcId="{BF604878-CD7C-4563-9117-3509365FCFFF}" destId="{C9CE68A9-25E9-4F05-B78F-68293D2BDDB7}" srcOrd="0" destOrd="0" presId="urn:microsoft.com/office/officeart/2018/5/layout/IconCircleLabelList"/>
    <dgm:cxn modelId="{89EE63E4-3558-4D0E-B2D4-63BA8B87FF68}" type="presParOf" srcId="{BF604878-CD7C-4563-9117-3509365FCFFF}" destId="{A319559C-38D8-4E9F-8322-350A672DC6F4}" srcOrd="1" destOrd="0" presId="urn:microsoft.com/office/officeart/2018/5/layout/IconCircleLabelList"/>
    <dgm:cxn modelId="{86C07209-28F6-462B-9411-A6875EF45412}" type="presParOf" srcId="{BF604878-CD7C-4563-9117-3509365FCFFF}" destId="{6CB134FC-D182-4195-B230-D61D71372A2F}" srcOrd="2" destOrd="0" presId="urn:microsoft.com/office/officeart/2018/5/layout/IconCircleLabelList"/>
    <dgm:cxn modelId="{5EA97509-445F-4ECF-8239-018F0F0BA827}" type="presParOf" srcId="{BF604878-CD7C-4563-9117-3509365FCFFF}" destId="{3E3E454A-B6E9-4C27-9A90-680AB2F283FC}" srcOrd="3" destOrd="0" presId="urn:microsoft.com/office/officeart/2018/5/layout/IconCircleLabelList"/>
    <dgm:cxn modelId="{44BF2AC4-210A-48FC-929F-DE1597BFD7BA}" type="presParOf" srcId="{366FC017-5C35-4CE3-9748-7C3900EE47D5}" destId="{3C6944F6-D0D8-4419-AF0C-10D7471BE440}" srcOrd="5" destOrd="0" presId="urn:microsoft.com/office/officeart/2018/5/layout/IconCircleLabelList"/>
    <dgm:cxn modelId="{734917A9-76F4-45F1-AF30-1DF253949494}" type="presParOf" srcId="{366FC017-5C35-4CE3-9748-7C3900EE47D5}" destId="{C8921754-FDBF-453E-A3C5-F67DB1A38CA2}" srcOrd="6" destOrd="0" presId="urn:microsoft.com/office/officeart/2018/5/layout/IconCircleLabelList"/>
    <dgm:cxn modelId="{4DCAC99E-5F10-4CDB-BBE3-F47820B3EE9E}" type="presParOf" srcId="{C8921754-FDBF-453E-A3C5-F67DB1A38CA2}" destId="{42D52D57-9A6E-4214-80E1-0E9534293ACE}" srcOrd="0" destOrd="0" presId="urn:microsoft.com/office/officeart/2018/5/layout/IconCircleLabelList"/>
    <dgm:cxn modelId="{350F6F3A-F1B9-484D-8065-DFCB97F90722}" type="presParOf" srcId="{C8921754-FDBF-453E-A3C5-F67DB1A38CA2}" destId="{1B4FFBC8-3016-41C8-AA37-57184AD23979}" srcOrd="1" destOrd="0" presId="urn:microsoft.com/office/officeart/2018/5/layout/IconCircleLabelList"/>
    <dgm:cxn modelId="{4D0E2CF7-C2FE-42EA-A78E-2C850AEE4E00}" type="presParOf" srcId="{C8921754-FDBF-453E-A3C5-F67DB1A38CA2}" destId="{7BC92C91-33B1-4A3D-B4AD-FE1B74F10CEC}" srcOrd="2" destOrd="0" presId="urn:microsoft.com/office/officeart/2018/5/layout/IconCircleLabelList"/>
    <dgm:cxn modelId="{D21B1C15-FF95-49E9-B863-903C7E4A6680}" type="presParOf" srcId="{C8921754-FDBF-453E-A3C5-F67DB1A38CA2}" destId="{7D5634F7-2B63-42D7-8DDA-9B4FE5BCBF0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EDEC1C4-28A2-4F39-ACBF-B76B4591BD1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CDCFE978-BAB5-49EE-8820-11F32C91286F}">
      <dgm:prSet/>
      <dgm:spPr/>
      <dgm:t>
        <a:bodyPr/>
        <a:lstStyle/>
        <a:p>
          <a:r>
            <a:rPr lang="fr-FR" b="0" i="0" baseline="0"/>
            <a:t>Définissez les critères de passage de grade </a:t>
          </a:r>
          <a:endParaRPr lang="en-US"/>
        </a:p>
      </dgm:t>
    </dgm:pt>
    <dgm:pt modelId="{69892223-0D86-46AB-869F-DE612BFCD114}" type="parTrans" cxnId="{70063531-0E3B-465B-98A7-D6D2DDD57639}">
      <dgm:prSet/>
      <dgm:spPr/>
      <dgm:t>
        <a:bodyPr/>
        <a:lstStyle/>
        <a:p>
          <a:endParaRPr lang="en-US"/>
        </a:p>
      </dgm:t>
    </dgm:pt>
    <dgm:pt modelId="{D684030A-CA39-45B3-8244-573177AA8632}" type="sibTrans" cxnId="{70063531-0E3B-465B-98A7-D6D2DDD57639}">
      <dgm:prSet/>
      <dgm:spPr/>
      <dgm:t>
        <a:bodyPr/>
        <a:lstStyle/>
        <a:p>
          <a:endParaRPr lang="en-US"/>
        </a:p>
      </dgm:t>
    </dgm:pt>
    <dgm:pt modelId="{A45EF01D-67F6-485E-8C9B-908B6FFD63C6}">
      <dgm:prSet/>
      <dgm:spPr/>
      <dgm:t>
        <a:bodyPr/>
        <a:lstStyle/>
        <a:p>
          <a:r>
            <a:rPr lang="fr-FR" b="0" i="0" baseline="0"/>
            <a:t>Validez les promotions proposées par les clubs </a:t>
          </a:r>
          <a:endParaRPr lang="en-US"/>
        </a:p>
      </dgm:t>
    </dgm:pt>
    <dgm:pt modelId="{6FCE0354-6F80-4373-86B5-D765DA8D51D4}" type="parTrans" cxnId="{DBB15069-E090-4E06-B658-DF0442D7A6CA}">
      <dgm:prSet/>
      <dgm:spPr/>
      <dgm:t>
        <a:bodyPr/>
        <a:lstStyle/>
        <a:p>
          <a:endParaRPr lang="en-US"/>
        </a:p>
      </dgm:t>
    </dgm:pt>
    <dgm:pt modelId="{D1BF1D85-09FB-449F-843C-776C69DE4472}" type="sibTrans" cxnId="{DBB15069-E090-4E06-B658-DF0442D7A6CA}">
      <dgm:prSet/>
      <dgm:spPr/>
      <dgm:t>
        <a:bodyPr/>
        <a:lstStyle/>
        <a:p>
          <a:endParaRPr lang="en-US"/>
        </a:p>
      </dgm:t>
    </dgm:pt>
    <dgm:pt modelId="{92C5FEB7-3067-45FB-BF7B-6FBF44074B2C}">
      <dgm:prSet/>
      <dgm:spPr/>
      <dgm:t>
        <a:bodyPr/>
        <a:lstStyle/>
        <a:p>
          <a:r>
            <a:rPr lang="fr-FR" b="0" i="0" baseline="0"/>
            <a:t>Gérez les formations des instructeurs et arbitres </a:t>
          </a:r>
          <a:endParaRPr lang="en-US"/>
        </a:p>
      </dgm:t>
    </dgm:pt>
    <dgm:pt modelId="{B2FB5DB5-7590-4042-A237-650BDB8825EF}" type="parTrans" cxnId="{DB1022CF-2BFC-493A-B8A6-8D61BDDDFF3A}">
      <dgm:prSet/>
      <dgm:spPr/>
      <dgm:t>
        <a:bodyPr/>
        <a:lstStyle/>
        <a:p>
          <a:endParaRPr lang="en-US"/>
        </a:p>
      </dgm:t>
    </dgm:pt>
    <dgm:pt modelId="{E8BF8DA6-CD71-4ACF-8200-53D3F1B58F49}" type="sibTrans" cxnId="{DB1022CF-2BFC-493A-B8A6-8D61BDDDFF3A}">
      <dgm:prSet/>
      <dgm:spPr/>
      <dgm:t>
        <a:bodyPr/>
        <a:lstStyle/>
        <a:p>
          <a:endParaRPr lang="en-US"/>
        </a:p>
      </dgm:t>
    </dgm:pt>
    <dgm:pt modelId="{EB42B3CB-4096-470F-B15A-8657A8F2D4BD}">
      <dgm:prSet/>
      <dgm:spPr/>
      <dgm:t>
        <a:bodyPr/>
        <a:lstStyle/>
        <a:p>
          <a:r>
            <a:rPr lang="fr-FR" b="0" i="0" baseline="0"/>
            <a:t>Maintenez un registre central des grades officiels </a:t>
          </a:r>
          <a:endParaRPr lang="en-US"/>
        </a:p>
      </dgm:t>
    </dgm:pt>
    <dgm:pt modelId="{F14933C1-A301-4086-82B5-7FAC5F2977A0}" type="parTrans" cxnId="{5688B271-22DA-4110-835A-5994327582EB}">
      <dgm:prSet/>
      <dgm:spPr/>
      <dgm:t>
        <a:bodyPr/>
        <a:lstStyle/>
        <a:p>
          <a:endParaRPr lang="en-US"/>
        </a:p>
      </dgm:t>
    </dgm:pt>
    <dgm:pt modelId="{E2A9336B-7ECE-4AEB-A120-999F0D2DE84B}" type="sibTrans" cxnId="{5688B271-22DA-4110-835A-5994327582EB}">
      <dgm:prSet/>
      <dgm:spPr/>
      <dgm:t>
        <a:bodyPr/>
        <a:lstStyle/>
        <a:p>
          <a:endParaRPr lang="en-US"/>
        </a:p>
      </dgm:t>
    </dgm:pt>
    <dgm:pt modelId="{5D923452-0F25-45E9-BB8D-AF165DC2E578}" type="pres">
      <dgm:prSet presAssocID="{CEDEC1C4-28A2-4F39-ACBF-B76B4591BD13}" presName="linear" presStyleCnt="0">
        <dgm:presLayoutVars>
          <dgm:animLvl val="lvl"/>
          <dgm:resizeHandles val="exact"/>
        </dgm:presLayoutVars>
      </dgm:prSet>
      <dgm:spPr/>
    </dgm:pt>
    <dgm:pt modelId="{E6CC00F9-C20F-490C-9C62-816DBFCC40E9}" type="pres">
      <dgm:prSet presAssocID="{CDCFE978-BAB5-49EE-8820-11F32C91286F}" presName="parentText" presStyleLbl="node1" presStyleIdx="0" presStyleCnt="4">
        <dgm:presLayoutVars>
          <dgm:chMax val="0"/>
          <dgm:bulletEnabled val="1"/>
        </dgm:presLayoutVars>
      </dgm:prSet>
      <dgm:spPr/>
    </dgm:pt>
    <dgm:pt modelId="{08B7EDFF-B867-418E-B317-917925547B9A}" type="pres">
      <dgm:prSet presAssocID="{D684030A-CA39-45B3-8244-573177AA8632}" presName="spacer" presStyleCnt="0"/>
      <dgm:spPr/>
    </dgm:pt>
    <dgm:pt modelId="{0690400A-0C60-4165-91B1-7E4E6EC161E2}" type="pres">
      <dgm:prSet presAssocID="{A45EF01D-67F6-485E-8C9B-908B6FFD63C6}" presName="parentText" presStyleLbl="node1" presStyleIdx="1" presStyleCnt="4">
        <dgm:presLayoutVars>
          <dgm:chMax val="0"/>
          <dgm:bulletEnabled val="1"/>
        </dgm:presLayoutVars>
      </dgm:prSet>
      <dgm:spPr/>
    </dgm:pt>
    <dgm:pt modelId="{02532F2F-5711-4BC9-B269-335549D6EDAD}" type="pres">
      <dgm:prSet presAssocID="{D1BF1D85-09FB-449F-843C-776C69DE4472}" presName="spacer" presStyleCnt="0"/>
      <dgm:spPr/>
    </dgm:pt>
    <dgm:pt modelId="{F71540DF-BD13-44CF-9D70-F11D5FF803DF}" type="pres">
      <dgm:prSet presAssocID="{92C5FEB7-3067-45FB-BF7B-6FBF44074B2C}" presName="parentText" presStyleLbl="node1" presStyleIdx="2" presStyleCnt="4">
        <dgm:presLayoutVars>
          <dgm:chMax val="0"/>
          <dgm:bulletEnabled val="1"/>
        </dgm:presLayoutVars>
      </dgm:prSet>
      <dgm:spPr/>
    </dgm:pt>
    <dgm:pt modelId="{B47ECAE3-B632-4A9C-919B-06E1A6203534}" type="pres">
      <dgm:prSet presAssocID="{E8BF8DA6-CD71-4ACF-8200-53D3F1B58F49}" presName="spacer" presStyleCnt="0"/>
      <dgm:spPr/>
    </dgm:pt>
    <dgm:pt modelId="{C6985B6D-A9B6-42FE-988B-BD9F07044B82}" type="pres">
      <dgm:prSet presAssocID="{EB42B3CB-4096-470F-B15A-8657A8F2D4BD}" presName="parentText" presStyleLbl="node1" presStyleIdx="3" presStyleCnt="4">
        <dgm:presLayoutVars>
          <dgm:chMax val="0"/>
          <dgm:bulletEnabled val="1"/>
        </dgm:presLayoutVars>
      </dgm:prSet>
      <dgm:spPr/>
    </dgm:pt>
  </dgm:ptLst>
  <dgm:cxnLst>
    <dgm:cxn modelId="{194D7523-B9A6-4F93-BFA5-4831E31BB57A}" type="presOf" srcId="{EB42B3CB-4096-470F-B15A-8657A8F2D4BD}" destId="{C6985B6D-A9B6-42FE-988B-BD9F07044B82}" srcOrd="0" destOrd="0" presId="urn:microsoft.com/office/officeart/2005/8/layout/vList2"/>
    <dgm:cxn modelId="{DDFE522F-6ACA-46ED-914E-F93FACE2FA82}" type="presOf" srcId="{92C5FEB7-3067-45FB-BF7B-6FBF44074B2C}" destId="{F71540DF-BD13-44CF-9D70-F11D5FF803DF}" srcOrd="0" destOrd="0" presId="urn:microsoft.com/office/officeart/2005/8/layout/vList2"/>
    <dgm:cxn modelId="{70063531-0E3B-465B-98A7-D6D2DDD57639}" srcId="{CEDEC1C4-28A2-4F39-ACBF-B76B4591BD13}" destId="{CDCFE978-BAB5-49EE-8820-11F32C91286F}" srcOrd="0" destOrd="0" parTransId="{69892223-0D86-46AB-869F-DE612BFCD114}" sibTransId="{D684030A-CA39-45B3-8244-573177AA8632}"/>
    <dgm:cxn modelId="{711A6A3A-C0D7-4E05-B273-8D6B38FED031}" type="presOf" srcId="{A45EF01D-67F6-485E-8C9B-908B6FFD63C6}" destId="{0690400A-0C60-4165-91B1-7E4E6EC161E2}" srcOrd="0" destOrd="0" presId="urn:microsoft.com/office/officeart/2005/8/layout/vList2"/>
    <dgm:cxn modelId="{DBB15069-E090-4E06-B658-DF0442D7A6CA}" srcId="{CEDEC1C4-28A2-4F39-ACBF-B76B4591BD13}" destId="{A45EF01D-67F6-485E-8C9B-908B6FFD63C6}" srcOrd="1" destOrd="0" parTransId="{6FCE0354-6F80-4373-86B5-D765DA8D51D4}" sibTransId="{D1BF1D85-09FB-449F-843C-776C69DE4472}"/>
    <dgm:cxn modelId="{60856550-A257-4749-80E0-5EB6EE1BC0F3}" type="presOf" srcId="{CEDEC1C4-28A2-4F39-ACBF-B76B4591BD13}" destId="{5D923452-0F25-45E9-BB8D-AF165DC2E578}" srcOrd="0" destOrd="0" presId="urn:microsoft.com/office/officeart/2005/8/layout/vList2"/>
    <dgm:cxn modelId="{5688B271-22DA-4110-835A-5994327582EB}" srcId="{CEDEC1C4-28A2-4F39-ACBF-B76B4591BD13}" destId="{EB42B3CB-4096-470F-B15A-8657A8F2D4BD}" srcOrd="3" destOrd="0" parTransId="{F14933C1-A301-4086-82B5-7FAC5F2977A0}" sibTransId="{E2A9336B-7ECE-4AEB-A120-999F0D2DE84B}"/>
    <dgm:cxn modelId="{972D6676-4E4A-4216-A961-B4FADCFB9214}" type="presOf" srcId="{CDCFE978-BAB5-49EE-8820-11F32C91286F}" destId="{E6CC00F9-C20F-490C-9C62-816DBFCC40E9}" srcOrd="0" destOrd="0" presId="urn:microsoft.com/office/officeart/2005/8/layout/vList2"/>
    <dgm:cxn modelId="{DB1022CF-2BFC-493A-B8A6-8D61BDDDFF3A}" srcId="{CEDEC1C4-28A2-4F39-ACBF-B76B4591BD13}" destId="{92C5FEB7-3067-45FB-BF7B-6FBF44074B2C}" srcOrd="2" destOrd="0" parTransId="{B2FB5DB5-7590-4042-A237-650BDB8825EF}" sibTransId="{E8BF8DA6-CD71-4ACF-8200-53D3F1B58F49}"/>
    <dgm:cxn modelId="{3C8A166F-13E5-4273-B3B3-4322BA16D046}" type="presParOf" srcId="{5D923452-0F25-45E9-BB8D-AF165DC2E578}" destId="{E6CC00F9-C20F-490C-9C62-816DBFCC40E9}" srcOrd="0" destOrd="0" presId="urn:microsoft.com/office/officeart/2005/8/layout/vList2"/>
    <dgm:cxn modelId="{C07E5260-C31D-4D28-8818-C9016EFB7ACB}" type="presParOf" srcId="{5D923452-0F25-45E9-BB8D-AF165DC2E578}" destId="{08B7EDFF-B867-418E-B317-917925547B9A}" srcOrd="1" destOrd="0" presId="urn:microsoft.com/office/officeart/2005/8/layout/vList2"/>
    <dgm:cxn modelId="{7A3DF6FB-6E58-4DAD-9C65-223655AA0696}" type="presParOf" srcId="{5D923452-0F25-45E9-BB8D-AF165DC2E578}" destId="{0690400A-0C60-4165-91B1-7E4E6EC161E2}" srcOrd="2" destOrd="0" presId="urn:microsoft.com/office/officeart/2005/8/layout/vList2"/>
    <dgm:cxn modelId="{A91701F4-982B-4EDF-8E47-E228838D7EF3}" type="presParOf" srcId="{5D923452-0F25-45E9-BB8D-AF165DC2E578}" destId="{02532F2F-5711-4BC9-B269-335549D6EDAD}" srcOrd="3" destOrd="0" presId="urn:microsoft.com/office/officeart/2005/8/layout/vList2"/>
    <dgm:cxn modelId="{69B7623F-4774-4006-85CA-C7FC8E646B0F}" type="presParOf" srcId="{5D923452-0F25-45E9-BB8D-AF165DC2E578}" destId="{F71540DF-BD13-44CF-9D70-F11D5FF803DF}" srcOrd="4" destOrd="0" presId="urn:microsoft.com/office/officeart/2005/8/layout/vList2"/>
    <dgm:cxn modelId="{5EB47BE6-769B-4D9A-856C-442837D563BA}" type="presParOf" srcId="{5D923452-0F25-45E9-BB8D-AF165DC2E578}" destId="{B47ECAE3-B632-4A9C-919B-06E1A6203534}" srcOrd="5" destOrd="0" presId="urn:microsoft.com/office/officeart/2005/8/layout/vList2"/>
    <dgm:cxn modelId="{B91BCC4A-3111-4C5D-8362-F7A1D2F59338}" type="presParOf" srcId="{5D923452-0F25-45E9-BB8D-AF165DC2E578}" destId="{C6985B6D-A9B6-42FE-988B-BD9F07044B8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C22BF30-EAE0-48FD-8FFA-84700FF57CA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687CEA2-F1C8-4E83-90B7-C534C11EF547}">
      <dgm:prSet/>
      <dgm:spPr/>
      <dgm:t>
        <a:bodyPr/>
        <a:lstStyle/>
        <a:p>
          <a:r>
            <a:rPr lang="fr-FR" b="0" i="0" baseline="0"/>
            <a:t>Accédez instantanément aux règlements officiels </a:t>
          </a:r>
          <a:endParaRPr lang="en-US"/>
        </a:p>
      </dgm:t>
    </dgm:pt>
    <dgm:pt modelId="{31B92FBD-27B9-49F4-AB30-D6F989021B38}" type="parTrans" cxnId="{F1F1101F-FFFF-4FB1-A9CA-EAA8BA7630B4}">
      <dgm:prSet/>
      <dgm:spPr/>
      <dgm:t>
        <a:bodyPr/>
        <a:lstStyle/>
        <a:p>
          <a:endParaRPr lang="en-US"/>
        </a:p>
      </dgm:t>
    </dgm:pt>
    <dgm:pt modelId="{F9A91E23-F0D7-4831-9BBF-80B77B78547E}" type="sibTrans" cxnId="{F1F1101F-FFFF-4FB1-A9CA-EAA8BA7630B4}">
      <dgm:prSet/>
      <dgm:spPr/>
      <dgm:t>
        <a:bodyPr/>
        <a:lstStyle/>
        <a:p>
          <a:endParaRPr lang="en-US"/>
        </a:p>
      </dgm:t>
    </dgm:pt>
    <dgm:pt modelId="{A73BB4AD-EDB8-4E1D-918B-3FAD02A2E93C}">
      <dgm:prSet/>
      <dgm:spPr/>
      <dgm:t>
        <a:bodyPr/>
        <a:lstStyle/>
        <a:p>
          <a:r>
            <a:rPr lang="fr-FR" b="0" i="0" baseline="0"/>
            <a:t>Consultez les précédents des compétiteurs </a:t>
          </a:r>
          <a:endParaRPr lang="en-US"/>
        </a:p>
      </dgm:t>
    </dgm:pt>
    <dgm:pt modelId="{D58B1412-D115-4A90-A3E2-2F9FBCE2229C}" type="parTrans" cxnId="{D08041F0-F3A4-4A8C-8167-F19073C1A20F}">
      <dgm:prSet/>
      <dgm:spPr/>
      <dgm:t>
        <a:bodyPr/>
        <a:lstStyle/>
        <a:p>
          <a:endParaRPr lang="en-US"/>
        </a:p>
      </dgm:t>
    </dgm:pt>
    <dgm:pt modelId="{50BE823D-650C-4E67-958A-99122828E873}" type="sibTrans" cxnId="{D08041F0-F3A4-4A8C-8167-F19073C1A20F}">
      <dgm:prSet/>
      <dgm:spPr/>
      <dgm:t>
        <a:bodyPr/>
        <a:lstStyle/>
        <a:p>
          <a:endParaRPr lang="en-US"/>
        </a:p>
      </dgm:t>
    </dgm:pt>
    <dgm:pt modelId="{673FB3EE-3F11-48CA-BDD7-826FF12B4A65}">
      <dgm:prSet/>
      <dgm:spPr/>
      <dgm:t>
        <a:bodyPr/>
        <a:lstStyle/>
        <a:p>
          <a:r>
            <a:rPr lang="fr-FR" b="0" i="0" baseline="0"/>
            <a:t>Utilisez des chronomètres et compteurs intégrés </a:t>
          </a:r>
          <a:endParaRPr lang="en-US"/>
        </a:p>
      </dgm:t>
    </dgm:pt>
    <dgm:pt modelId="{C596CF7E-D4F0-48AC-BA96-DE8A306475D1}" type="parTrans" cxnId="{2ED6793B-776C-4DA0-8405-CBFFCEC8C98C}">
      <dgm:prSet/>
      <dgm:spPr/>
      <dgm:t>
        <a:bodyPr/>
        <a:lstStyle/>
        <a:p>
          <a:endParaRPr lang="en-US"/>
        </a:p>
      </dgm:t>
    </dgm:pt>
    <dgm:pt modelId="{8B37B948-21A2-4820-AB9D-3A05530C2638}" type="sibTrans" cxnId="{2ED6793B-776C-4DA0-8405-CBFFCEC8C98C}">
      <dgm:prSet/>
      <dgm:spPr/>
      <dgm:t>
        <a:bodyPr/>
        <a:lstStyle/>
        <a:p>
          <a:endParaRPr lang="en-US"/>
        </a:p>
      </dgm:t>
    </dgm:pt>
    <dgm:pt modelId="{38F6D6DF-AFA2-41EB-9D89-4780EDEB63A5}">
      <dgm:prSet/>
      <dgm:spPr/>
      <dgm:t>
        <a:bodyPr/>
        <a:lstStyle/>
        <a:p>
          <a:r>
            <a:rPr lang="fr-FR" b="0" i="0" baseline="0"/>
            <a:t>Bénéficiez d'une assistance vidéo si nécessaire </a:t>
          </a:r>
          <a:endParaRPr lang="en-US"/>
        </a:p>
      </dgm:t>
    </dgm:pt>
    <dgm:pt modelId="{80018789-D6DE-4909-9E59-930A6684F1D2}" type="parTrans" cxnId="{8B1DFA03-132A-443E-84BF-BC1123E3B3D6}">
      <dgm:prSet/>
      <dgm:spPr/>
      <dgm:t>
        <a:bodyPr/>
        <a:lstStyle/>
        <a:p>
          <a:endParaRPr lang="en-US"/>
        </a:p>
      </dgm:t>
    </dgm:pt>
    <dgm:pt modelId="{F0516481-8967-4BBF-B4BE-EA1CE9C032E5}" type="sibTrans" cxnId="{8B1DFA03-132A-443E-84BF-BC1123E3B3D6}">
      <dgm:prSet/>
      <dgm:spPr/>
      <dgm:t>
        <a:bodyPr/>
        <a:lstStyle/>
        <a:p>
          <a:endParaRPr lang="en-US"/>
        </a:p>
      </dgm:t>
    </dgm:pt>
    <dgm:pt modelId="{37B86782-CA9D-42F2-A33D-DC4D82C35FCF}" type="pres">
      <dgm:prSet presAssocID="{AC22BF30-EAE0-48FD-8FFA-84700FF57CA9}" presName="linear" presStyleCnt="0">
        <dgm:presLayoutVars>
          <dgm:animLvl val="lvl"/>
          <dgm:resizeHandles val="exact"/>
        </dgm:presLayoutVars>
      </dgm:prSet>
      <dgm:spPr/>
    </dgm:pt>
    <dgm:pt modelId="{A1F33041-3E07-440B-944E-E3642A67951B}" type="pres">
      <dgm:prSet presAssocID="{9687CEA2-F1C8-4E83-90B7-C534C11EF547}" presName="parentText" presStyleLbl="node1" presStyleIdx="0" presStyleCnt="4">
        <dgm:presLayoutVars>
          <dgm:chMax val="0"/>
          <dgm:bulletEnabled val="1"/>
        </dgm:presLayoutVars>
      </dgm:prSet>
      <dgm:spPr/>
    </dgm:pt>
    <dgm:pt modelId="{1E06E93D-A201-40D7-B451-79C96F2B0C20}" type="pres">
      <dgm:prSet presAssocID="{F9A91E23-F0D7-4831-9BBF-80B77B78547E}" presName="spacer" presStyleCnt="0"/>
      <dgm:spPr/>
    </dgm:pt>
    <dgm:pt modelId="{A7397251-01C8-44C0-A02F-3F8F045CFA70}" type="pres">
      <dgm:prSet presAssocID="{A73BB4AD-EDB8-4E1D-918B-3FAD02A2E93C}" presName="parentText" presStyleLbl="node1" presStyleIdx="1" presStyleCnt="4">
        <dgm:presLayoutVars>
          <dgm:chMax val="0"/>
          <dgm:bulletEnabled val="1"/>
        </dgm:presLayoutVars>
      </dgm:prSet>
      <dgm:spPr/>
    </dgm:pt>
    <dgm:pt modelId="{E4B472D5-83AA-44EC-9A20-92538FEA3F21}" type="pres">
      <dgm:prSet presAssocID="{50BE823D-650C-4E67-958A-99122828E873}" presName="spacer" presStyleCnt="0"/>
      <dgm:spPr/>
    </dgm:pt>
    <dgm:pt modelId="{8CE784F3-ACAA-4F8D-8361-5275DB6A08DE}" type="pres">
      <dgm:prSet presAssocID="{673FB3EE-3F11-48CA-BDD7-826FF12B4A65}" presName="parentText" presStyleLbl="node1" presStyleIdx="2" presStyleCnt="4">
        <dgm:presLayoutVars>
          <dgm:chMax val="0"/>
          <dgm:bulletEnabled val="1"/>
        </dgm:presLayoutVars>
      </dgm:prSet>
      <dgm:spPr/>
    </dgm:pt>
    <dgm:pt modelId="{F3973136-F569-47F4-AD21-6FF3F5CD4B33}" type="pres">
      <dgm:prSet presAssocID="{8B37B948-21A2-4820-AB9D-3A05530C2638}" presName="spacer" presStyleCnt="0"/>
      <dgm:spPr/>
    </dgm:pt>
    <dgm:pt modelId="{24921902-BF1F-4C21-BBFD-8C64A260BB9D}" type="pres">
      <dgm:prSet presAssocID="{38F6D6DF-AFA2-41EB-9D89-4780EDEB63A5}" presName="parentText" presStyleLbl="node1" presStyleIdx="3" presStyleCnt="4">
        <dgm:presLayoutVars>
          <dgm:chMax val="0"/>
          <dgm:bulletEnabled val="1"/>
        </dgm:presLayoutVars>
      </dgm:prSet>
      <dgm:spPr/>
    </dgm:pt>
  </dgm:ptLst>
  <dgm:cxnLst>
    <dgm:cxn modelId="{8B1DFA03-132A-443E-84BF-BC1123E3B3D6}" srcId="{AC22BF30-EAE0-48FD-8FFA-84700FF57CA9}" destId="{38F6D6DF-AFA2-41EB-9D89-4780EDEB63A5}" srcOrd="3" destOrd="0" parTransId="{80018789-D6DE-4909-9E59-930A6684F1D2}" sibTransId="{F0516481-8967-4BBF-B4BE-EA1CE9C032E5}"/>
    <dgm:cxn modelId="{F1F1101F-FFFF-4FB1-A9CA-EAA8BA7630B4}" srcId="{AC22BF30-EAE0-48FD-8FFA-84700FF57CA9}" destId="{9687CEA2-F1C8-4E83-90B7-C534C11EF547}" srcOrd="0" destOrd="0" parTransId="{31B92FBD-27B9-49F4-AB30-D6F989021B38}" sibTransId="{F9A91E23-F0D7-4831-9BBF-80B77B78547E}"/>
    <dgm:cxn modelId="{2ED6793B-776C-4DA0-8405-CBFFCEC8C98C}" srcId="{AC22BF30-EAE0-48FD-8FFA-84700FF57CA9}" destId="{673FB3EE-3F11-48CA-BDD7-826FF12B4A65}" srcOrd="2" destOrd="0" parTransId="{C596CF7E-D4F0-48AC-BA96-DE8A306475D1}" sibTransId="{8B37B948-21A2-4820-AB9D-3A05530C2638}"/>
    <dgm:cxn modelId="{3990575D-7420-4D05-8910-A0F8FBCE13A3}" type="presOf" srcId="{A73BB4AD-EDB8-4E1D-918B-3FAD02A2E93C}" destId="{A7397251-01C8-44C0-A02F-3F8F045CFA70}" srcOrd="0" destOrd="0" presId="urn:microsoft.com/office/officeart/2005/8/layout/vList2"/>
    <dgm:cxn modelId="{2FC07671-FD9F-4730-B2F9-255B5F069A17}" type="presOf" srcId="{38F6D6DF-AFA2-41EB-9D89-4780EDEB63A5}" destId="{24921902-BF1F-4C21-BBFD-8C64A260BB9D}" srcOrd="0" destOrd="0" presId="urn:microsoft.com/office/officeart/2005/8/layout/vList2"/>
    <dgm:cxn modelId="{B098847D-E808-4FF1-A4FA-C441128A66DE}" type="presOf" srcId="{AC22BF30-EAE0-48FD-8FFA-84700FF57CA9}" destId="{37B86782-CA9D-42F2-A33D-DC4D82C35FCF}" srcOrd="0" destOrd="0" presId="urn:microsoft.com/office/officeart/2005/8/layout/vList2"/>
    <dgm:cxn modelId="{DF043A82-168F-40DA-ABFF-7E845B1B8EA3}" type="presOf" srcId="{9687CEA2-F1C8-4E83-90B7-C534C11EF547}" destId="{A1F33041-3E07-440B-944E-E3642A67951B}" srcOrd="0" destOrd="0" presId="urn:microsoft.com/office/officeart/2005/8/layout/vList2"/>
    <dgm:cxn modelId="{95E947D9-DA7B-4BF8-92B3-B155102A738D}" type="presOf" srcId="{673FB3EE-3F11-48CA-BDD7-826FF12B4A65}" destId="{8CE784F3-ACAA-4F8D-8361-5275DB6A08DE}" srcOrd="0" destOrd="0" presId="urn:microsoft.com/office/officeart/2005/8/layout/vList2"/>
    <dgm:cxn modelId="{D08041F0-F3A4-4A8C-8167-F19073C1A20F}" srcId="{AC22BF30-EAE0-48FD-8FFA-84700FF57CA9}" destId="{A73BB4AD-EDB8-4E1D-918B-3FAD02A2E93C}" srcOrd="1" destOrd="0" parTransId="{D58B1412-D115-4A90-A3E2-2F9FBCE2229C}" sibTransId="{50BE823D-650C-4E67-958A-99122828E873}"/>
    <dgm:cxn modelId="{64E21C3D-E234-413F-9D88-81F7D4EB9085}" type="presParOf" srcId="{37B86782-CA9D-42F2-A33D-DC4D82C35FCF}" destId="{A1F33041-3E07-440B-944E-E3642A67951B}" srcOrd="0" destOrd="0" presId="urn:microsoft.com/office/officeart/2005/8/layout/vList2"/>
    <dgm:cxn modelId="{9A537AE4-23A8-40FD-B870-1F85EF14A41B}" type="presParOf" srcId="{37B86782-CA9D-42F2-A33D-DC4D82C35FCF}" destId="{1E06E93D-A201-40D7-B451-79C96F2B0C20}" srcOrd="1" destOrd="0" presId="urn:microsoft.com/office/officeart/2005/8/layout/vList2"/>
    <dgm:cxn modelId="{FC20FAC2-78D6-436B-8124-F4646DCBE5A0}" type="presParOf" srcId="{37B86782-CA9D-42F2-A33D-DC4D82C35FCF}" destId="{A7397251-01C8-44C0-A02F-3F8F045CFA70}" srcOrd="2" destOrd="0" presId="urn:microsoft.com/office/officeart/2005/8/layout/vList2"/>
    <dgm:cxn modelId="{ED76144C-49F3-45BF-BF9C-D22CF1B6195B}" type="presParOf" srcId="{37B86782-CA9D-42F2-A33D-DC4D82C35FCF}" destId="{E4B472D5-83AA-44EC-9A20-92538FEA3F21}" srcOrd="3" destOrd="0" presId="urn:microsoft.com/office/officeart/2005/8/layout/vList2"/>
    <dgm:cxn modelId="{DF968D00-1618-48BD-98D4-F102737A1403}" type="presParOf" srcId="{37B86782-CA9D-42F2-A33D-DC4D82C35FCF}" destId="{8CE784F3-ACAA-4F8D-8361-5275DB6A08DE}" srcOrd="4" destOrd="0" presId="urn:microsoft.com/office/officeart/2005/8/layout/vList2"/>
    <dgm:cxn modelId="{AA54DF7F-9E62-491A-91E0-F7CA39E7031F}" type="presParOf" srcId="{37B86782-CA9D-42F2-A33D-DC4D82C35FCF}" destId="{F3973136-F569-47F4-AD21-6FF3F5CD4B33}" srcOrd="5" destOrd="0" presId="urn:microsoft.com/office/officeart/2005/8/layout/vList2"/>
    <dgm:cxn modelId="{EF33CF1B-04A7-4C93-9C60-C3F1035CCC12}" type="presParOf" srcId="{37B86782-CA9D-42F2-A33D-DC4D82C35FCF}" destId="{24921902-BF1F-4C21-BBFD-8C64A260BB9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FFEC00C-04F5-4392-B32B-33DB48775FA1}"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21462C4-20FF-4B5C-838B-8206F620F7CC}">
      <dgm:prSet/>
      <dgm:spPr/>
      <dgm:t>
        <a:bodyPr/>
        <a:lstStyle/>
        <a:p>
          <a:pPr>
            <a:defRPr b="1"/>
          </a:pPr>
          <a:r>
            <a:rPr lang="fr-FR" b="1"/>
            <a:t>Concentrez-vous sur votre progression !</a:t>
          </a:r>
          <a:endParaRPr lang="en-US"/>
        </a:p>
      </dgm:t>
    </dgm:pt>
    <dgm:pt modelId="{E6BAF589-6AE4-4A3C-95FB-12ED05583E38}" type="parTrans" cxnId="{9C2F05DF-4429-4287-A7CF-575B7BBFDAC5}">
      <dgm:prSet/>
      <dgm:spPr/>
      <dgm:t>
        <a:bodyPr/>
        <a:lstStyle/>
        <a:p>
          <a:endParaRPr lang="en-US"/>
        </a:p>
      </dgm:t>
    </dgm:pt>
    <dgm:pt modelId="{0A635986-214E-46E5-B708-36C6E0B4FFB2}" type="sibTrans" cxnId="{9C2F05DF-4429-4287-A7CF-575B7BBFDAC5}">
      <dgm:prSet/>
      <dgm:spPr/>
      <dgm:t>
        <a:bodyPr/>
        <a:lstStyle/>
        <a:p>
          <a:endParaRPr lang="en-US"/>
        </a:p>
      </dgm:t>
    </dgm:pt>
    <dgm:pt modelId="{66740D67-D5D6-4462-BCAE-61E40DEBE23E}">
      <dgm:prSet/>
      <dgm:spPr/>
      <dgm:t>
        <a:bodyPr/>
        <a:lstStyle/>
        <a:p>
          <a:pPr>
            <a:defRPr b="1"/>
          </a:pPr>
          <a:r>
            <a:rPr lang="fr-FR" b="1"/>
            <a:t>Suivi personnel enrichi</a:t>
          </a:r>
          <a:endParaRPr lang="en-US"/>
        </a:p>
      </dgm:t>
    </dgm:pt>
    <dgm:pt modelId="{4411F264-01E2-4595-A039-C91741253781}" type="parTrans" cxnId="{DE40A1ED-62B5-406C-883B-4C5B6054C1C9}">
      <dgm:prSet/>
      <dgm:spPr/>
      <dgm:t>
        <a:bodyPr/>
        <a:lstStyle/>
        <a:p>
          <a:endParaRPr lang="en-US"/>
        </a:p>
      </dgm:t>
    </dgm:pt>
    <dgm:pt modelId="{1A94FB18-64C2-4956-87A8-407F2887FB2A}" type="sibTrans" cxnId="{DE40A1ED-62B5-406C-883B-4C5B6054C1C9}">
      <dgm:prSet/>
      <dgm:spPr/>
      <dgm:t>
        <a:bodyPr/>
        <a:lstStyle/>
        <a:p>
          <a:endParaRPr lang="en-US"/>
        </a:p>
      </dgm:t>
    </dgm:pt>
    <dgm:pt modelId="{8C284822-AEF8-49DF-8646-A93D3AB6F8B6}">
      <dgm:prSet/>
      <dgm:spPr/>
      <dgm:t>
        <a:bodyPr/>
        <a:lstStyle/>
        <a:p>
          <a:r>
            <a:rPr lang="fr-FR"/>
            <a:t>Visualisez votre parcours martial et vos grades</a:t>
          </a:r>
          <a:endParaRPr lang="en-US"/>
        </a:p>
      </dgm:t>
    </dgm:pt>
    <dgm:pt modelId="{92DF71FA-260E-45B1-A22F-2323D9BF1F13}" type="parTrans" cxnId="{3A23A0CF-C067-4507-8A1B-8BA96DB8DE9F}">
      <dgm:prSet/>
      <dgm:spPr/>
      <dgm:t>
        <a:bodyPr/>
        <a:lstStyle/>
        <a:p>
          <a:endParaRPr lang="en-US"/>
        </a:p>
      </dgm:t>
    </dgm:pt>
    <dgm:pt modelId="{1D9D003C-B5FC-458D-9E1E-0F242152D50A}" type="sibTrans" cxnId="{3A23A0CF-C067-4507-8A1B-8BA96DB8DE9F}">
      <dgm:prSet/>
      <dgm:spPr/>
      <dgm:t>
        <a:bodyPr/>
        <a:lstStyle/>
        <a:p>
          <a:endParaRPr lang="en-US"/>
        </a:p>
      </dgm:t>
    </dgm:pt>
    <dgm:pt modelId="{40C14C43-E7A0-42C7-881D-D5454BD3A2A5}">
      <dgm:prSet/>
      <dgm:spPr/>
      <dgm:t>
        <a:bodyPr/>
        <a:lstStyle/>
        <a:p>
          <a:r>
            <a:rPr lang="fr-FR"/>
            <a:t>Accédez à votre planning d'entraînement personnalisé</a:t>
          </a:r>
          <a:endParaRPr lang="en-US"/>
        </a:p>
      </dgm:t>
    </dgm:pt>
    <dgm:pt modelId="{FC7CB738-80E1-4A04-A54F-CD8D34C0C769}" type="parTrans" cxnId="{F19188DF-D261-4039-A111-B034926E20E3}">
      <dgm:prSet/>
      <dgm:spPr/>
      <dgm:t>
        <a:bodyPr/>
        <a:lstStyle/>
        <a:p>
          <a:endParaRPr lang="en-US"/>
        </a:p>
      </dgm:t>
    </dgm:pt>
    <dgm:pt modelId="{1B57212C-1113-49F9-BCED-9DA3FF53E570}" type="sibTrans" cxnId="{F19188DF-D261-4039-A111-B034926E20E3}">
      <dgm:prSet/>
      <dgm:spPr/>
      <dgm:t>
        <a:bodyPr/>
        <a:lstStyle/>
        <a:p>
          <a:endParaRPr lang="en-US"/>
        </a:p>
      </dgm:t>
    </dgm:pt>
    <dgm:pt modelId="{96CC790F-556A-4236-88C9-FFF847A8412B}">
      <dgm:prSet/>
      <dgm:spPr/>
      <dgm:t>
        <a:bodyPr/>
        <a:lstStyle/>
        <a:p>
          <a:r>
            <a:rPr lang="fr-FR"/>
            <a:t>Recevez des conseils techniques de vos enseignants</a:t>
          </a:r>
          <a:endParaRPr lang="en-US"/>
        </a:p>
      </dgm:t>
    </dgm:pt>
    <dgm:pt modelId="{9D2D6327-807A-433C-8A59-F53D5ECFE4BD}" type="parTrans" cxnId="{DAE8C131-695A-4C8D-B884-7399C00D764B}">
      <dgm:prSet/>
      <dgm:spPr/>
      <dgm:t>
        <a:bodyPr/>
        <a:lstStyle/>
        <a:p>
          <a:endParaRPr lang="en-US"/>
        </a:p>
      </dgm:t>
    </dgm:pt>
    <dgm:pt modelId="{BB3FCFE5-6DCE-4A13-B748-B1650CB415A1}" type="sibTrans" cxnId="{DAE8C131-695A-4C8D-B884-7399C00D764B}">
      <dgm:prSet/>
      <dgm:spPr/>
      <dgm:t>
        <a:bodyPr/>
        <a:lstStyle/>
        <a:p>
          <a:endParaRPr lang="en-US"/>
        </a:p>
      </dgm:t>
    </dgm:pt>
    <dgm:pt modelId="{86DBAF91-86BA-42D8-BE24-339CA032AA99}">
      <dgm:prSet/>
      <dgm:spPr/>
      <dgm:t>
        <a:bodyPr/>
        <a:lstStyle/>
        <a:p>
          <a:r>
            <a:rPr lang="fr-FR"/>
            <a:t>Suivez vos performances en compétition</a:t>
          </a:r>
          <a:endParaRPr lang="en-US"/>
        </a:p>
      </dgm:t>
    </dgm:pt>
    <dgm:pt modelId="{62968F80-EA8E-4CA6-9A81-D5561980D0A4}" type="parTrans" cxnId="{025CCEE7-44C0-4D01-A680-30CA446A99E5}">
      <dgm:prSet/>
      <dgm:spPr/>
      <dgm:t>
        <a:bodyPr/>
        <a:lstStyle/>
        <a:p>
          <a:endParaRPr lang="en-US"/>
        </a:p>
      </dgm:t>
    </dgm:pt>
    <dgm:pt modelId="{79264F9A-FD09-4F6D-9D52-6B8BCBAA0D54}" type="sibTrans" cxnId="{025CCEE7-44C0-4D01-A680-30CA446A99E5}">
      <dgm:prSet/>
      <dgm:spPr/>
      <dgm:t>
        <a:bodyPr/>
        <a:lstStyle/>
        <a:p>
          <a:endParaRPr lang="en-US"/>
        </a:p>
      </dgm:t>
    </dgm:pt>
    <dgm:pt modelId="{665990B7-EA42-4448-88DA-F92140BC699F}" type="pres">
      <dgm:prSet presAssocID="{DFFEC00C-04F5-4392-B32B-33DB48775FA1}" presName="root" presStyleCnt="0">
        <dgm:presLayoutVars>
          <dgm:dir/>
          <dgm:resizeHandles val="exact"/>
        </dgm:presLayoutVars>
      </dgm:prSet>
      <dgm:spPr/>
    </dgm:pt>
    <dgm:pt modelId="{F7551187-612D-46D3-8DE3-4C943E7FBFD5}" type="pres">
      <dgm:prSet presAssocID="{B21462C4-20FF-4B5C-838B-8206F620F7CC}" presName="compNode" presStyleCnt="0"/>
      <dgm:spPr/>
    </dgm:pt>
    <dgm:pt modelId="{E65D8254-4479-449B-B3DC-FB26CB76A2DF}" type="pres">
      <dgm:prSet presAssocID="{B21462C4-20FF-4B5C-838B-8206F620F7C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Brainstorm"/>
        </a:ext>
      </dgm:extLst>
    </dgm:pt>
    <dgm:pt modelId="{34FC6DB6-A6C4-4B9D-A869-33B6CCE45CF5}" type="pres">
      <dgm:prSet presAssocID="{B21462C4-20FF-4B5C-838B-8206F620F7CC}" presName="iconSpace" presStyleCnt="0"/>
      <dgm:spPr/>
    </dgm:pt>
    <dgm:pt modelId="{B0502AD3-FDB0-44C5-9CC5-6F93733ADD48}" type="pres">
      <dgm:prSet presAssocID="{B21462C4-20FF-4B5C-838B-8206F620F7CC}" presName="parTx" presStyleLbl="revTx" presStyleIdx="0" presStyleCnt="4">
        <dgm:presLayoutVars>
          <dgm:chMax val="0"/>
          <dgm:chPref val="0"/>
        </dgm:presLayoutVars>
      </dgm:prSet>
      <dgm:spPr/>
    </dgm:pt>
    <dgm:pt modelId="{9791E6AB-BF6D-4D55-9561-FC7F2C3879EB}" type="pres">
      <dgm:prSet presAssocID="{B21462C4-20FF-4B5C-838B-8206F620F7CC}" presName="txSpace" presStyleCnt="0"/>
      <dgm:spPr/>
    </dgm:pt>
    <dgm:pt modelId="{F5C056A9-992C-4BCD-AF12-45F8158513CC}" type="pres">
      <dgm:prSet presAssocID="{B21462C4-20FF-4B5C-838B-8206F620F7CC}" presName="desTx" presStyleLbl="revTx" presStyleIdx="1" presStyleCnt="4">
        <dgm:presLayoutVars/>
      </dgm:prSet>
      <dgm:spPr/>
    </dgm:pt>
    <dgm:pt modelId="{B5E80E97-6757-46A0-BA38-AD8807F86704}" type="pres">
      <dgm:prSet presAssocID="{0A635986-214E-46E5-B708-36C6E0B4FFB2}" presName="sibTrans" presStyleCnt="0"/>
      <dgm:spPr/>
    </dgm:pt>
    <dgm:pt modelId="{C31AE8E4-E6E6-460A-90FB-1526215397AD}" type="pres">
      <dgm:prSet presAssocID="{66740D67-D5D6-4462-BCAE-61E40DEBE23E}" presName="compNode" presStyleCnt="0"/>
      <dgm:spPr/>
    </dgm:pt>
    <dgm:pt modelId="{35AAA1BC-3D1A-4116-A94E-7C84AE48D614}" type="pres">
      <dgm:prSet presAssocID="{66740D67-D5D6-4462-BCAE-61E40DEBE23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tilisateur"/>
        </a:ext>
      </dgm:extLst>
    </dgm:pt>
    <dgm:pt modelId="{C495F0FB-93F0-444C-963E-3375F0A49C7A}" type="pres">
      <dgm:prSet presAssocID="{66740D67-D5D6-4462-BCAE-61E40DEBE23E}" presName="iconSpace" presStyleCnt="0"/>
      <dgm:spPr/>
    </dgm:pt>
    <dgm:pt modelId="{996E8C52-78B9-4AD5-A3FD-DAE1AAE8CECF}" type="pres">
      <dgm:prSet presAssocID="{66740D67-D5D6-4462-BCAE-61E40DEBE23E}" presName="parTx" presStyleLbl="revTx" presStyleIdx="2" presStyleCnt="4">
        <dgm:presLayoutVars>
          <dgm:chMax val="0"/>
          <dgm:chPref val="0"/>
        </dgm:presLayoutVars>
      </dgm:prSet>
      <dgm:spPr/>
    </dgm:pt>
    <dgm:pt modelId="{3DD0E5E5-11D8-46DF-A42B-365A1BE888E2}" type="pres">
      <dgm:prSet presAssocID="{66740D67-D5D6-4462-BCAE-61E40DEBE23E}" presName="txSpace" presStyleCnt="0"/>
      <dgm:spPr/>
    </dgm:pt>
    <dgm:pt modelId="{9AA92003-C2A7-4A29-B2FA-6FACCDA37556}" type="pres">
      <dgm:prSet presAssocID="{66740D67-D5D6-4462-BCAE-61E40DEBE23E}" presName="desTx" presStyleLbl="revTx" presStyleIdx="3" presStyleCnt="4">
        <dgm:presLayoutVars/>
      </dgm:prSet>
      <dgm:spPr/>
    </dgm:pt>
  </dgm:ptLst>
  <dgm:cxnLst>
    <dgm:cxn modelId="{DAE8C131-695A-4C8D-B884-7399C00D764B}" srcId="{66740D67-D5D6-4462-BCAE-61E40DEBE23E}" destId="{96CC790F-556A-4236-88C9-FFF847A8412B}" srcOrd="2" destOrd="0" parTransId="{9D2D6327-807A-433C-8A59-F53D5ECFE4BD}" sibTransId="{BB3FCFE5-6DCE-4A13-B748-B1650CB415A1}"/>
    <dgm:cxn modelId="{39709E62-EE4F-4263-9181-21703FB276E8}" type="presOf" srcId="{8C284822-AEF8-49DF-8646-A93D3AB6F8B6}" destId="{9AA92003-C2A7-4A29-B2FA-6FACCDA37556}" srcOrd="0" destOrd="0" presId="urn:microsoft.com/office/officeart/2018/5/layout/CenteredIconLabelDescriptionList"/>
    <dgm:cxn modelId="{05EE7475-DB6C-4AC3-A7F7-AADBF6F032D2}" type="presOf" srcId="{86DBAF91-86BA-42D8-BE24-339CA032AA99}" destId="{9AA92003-C2A7-4A29-B2FA-6FACCDA37556}" srcOrd="0" destOrd="3" presId="urn:microsoft.com/office/officeart/2018/5/layout/CenteredIconLabelDescriptionList"/>
    <dgm:cxn modelId="{5119EC90-2D36-4370-9860-3327C22C12AC}" type="presOf" srcId="{B21462C4-20FF-4B5C-838B-8206F620F7CC}" destId="{B0502AD3-FDB0-44C5-9CC5-6F93733ADD48}" srcOrd="0" destOrd="0" presId="urn:microsoft.com/office/officeart/2018/5/layout/CenteredIconLabelDescriptionList"/>
    <dgm:cxn modelId="{2BD0F39E-5315-4D18-B0E6-D87F4B904D0F}" type="presOf" srcId="{66740D67-D5D6-4462-BCAE-61E40DEBE23E}" destId="{996E8C52-78B9-4AD5-A3FD-DAE1AAE8CECF}" srcOrd="0" destOrd="0" presId="urn:microsoft.com/office/officeart/2018/5/layout/CenteredIconLabelDescriptionList"/>
    <dgm:cxn modelId="{734480C5-6BA5-4AA2-99B9-13298A2A6013}" type="presOf" srcId="{40C14C43-E7A0-42C7-881D-D5454BD3A2A5}" destId="{9AA92003-C2A7-4A29-B2FA-6FACCDA37556}" srcOrd="0" destOrd="1" presId="urn:microsoft.com/office/officeart/2018/5/layout/CenteredIconLabelDescriptionList"/>
    <dgm:cxn modelId="{B74FD9C6-273D-4AB3-B137-AF77D40C3837}" type="presOf" srcId="{DFFEC00C-04F5-4392-B32B-33DB48775FA1}" destId="{665990B7-EA42-4448-88DA-F92140BC699F}" srcOrd="0" destOrd="0" presId="urn:microsoft.com/office/officeart/2018/5/layout/CenteredIconLabelDescriptionList"/>
    <dgm:cxn modelId="{3A23A0CF-C067-4507-8A1B-8BA96DB8DE9F}" srcId="{66740D67-D5D6-4462-BCAE-61E40DEBE23E}" destId="{8C284822-AEF8-49DF-8646-A93D3AB6F8B6}" srcOrd="0" destOrd="0" parTransId="{92DF71FA-260E-45B1-A22F-2323D9BF1F13}" sibTransId="{1D9D003C-B5FC-458D-9E1E-0F242152D50A}"/>
    <dgm:cxn modelId="{F14FD3DB-F690-4748-95D1-76E5ECA7B84F}" type="presOf" srcId="{96CC790F-556A-4236-88C9-FFF847A8412B}" destId="{9AA92003-C2A7-4A29-B2FA-6FACCDA37556}" srcOrd="0" destOrd="2" presId="urn:microsoft.com/office/officeart/2018/5/layout/CenteredIconLabelDescriptionList"/>
    <dgm:cxn modelId="{9C2F05DF-4429-4287-A7CF-575B7BBFDAC5}" srcId="{DFFEC00C-04F5-4392-B32B-33DB48775FA1}" destId="{B21462C4-20FF-4B5C-838B-8206F620F7CC}" srcOrd="0" destOrd="0" parTransId="{E6BAF589-6AE4-4A3C-95FB-12ED05583E38}" sibTransId="{0A635986-214E-46E5-B708-36C6E0B4FFB2}"/>
    <dgm:cxn modelId="{F19188DF-D261-4039-A111-B034926E20E3}" srcId="{66740D67-D5D6-4462-BCAE-61E40DEBE23E}" destId="{40C14C43-E7A0-42C7-881D-D5454BD3A2A5}" srcOrd="1" destOrd="0" parTransId="{FC7CB738-80E1-4A04-A54F-CD8D34C0C769}" sibTransId="{1B57212C-1113-49F9-BCED-9DA3FF53E570}"/>
    <dgm:cxn modelId="{025CCEE7-44C0-4D01-A680-30CA446A99E5}" srcId="{66740D67-D5D6-4462-BCAE-61E40DEBE23E}" destId="{86DBAF91-86BA-42D8-BE24-339CA032AA99}" srcOrd="3" destOrd="0" parTransId="{62968F80-EA8E-4CA6-9A81-D5561980D0A4}" sibTransId="{79264F9A-FD09-4F6D-9D52-6B8BCBAA0D54}"/>
    <dgm:cxn modelId="{DE40A1ED-62B5-406C-883B-4C5B6054C1C9}" srcId="{DFFEC00C-04F5-4392-B32B-33DB48775FA1}" destId="{66740D67-D5D6-4462-BCAE-61E40DEBE23E}" srcOrd="1" destOrd="0" parTransId="{4411F264-01E2-4595-A039-C91741253781}" sibTransId="{1A94FB18-64C2-4956-87A8-407F2887FB2A}"/>
    <dgm:cxn modelId="{515B2566-3116-44E6-95D7-EA50F54C1C3F}" type="presParOf" srcId="{665990B7-EA42-4448-88DA-F92140BC699F}" destId="{F7551187-612D-46D3-8DE3-4C943E7FBFD5}" srcOrd="0" destOrd="0" presId="urn:microsoft.com/office/officeart/2018/5/layout/CenteredIconLabelDescriptionList"/>
    <dgm:cxn modelId="{AE4E54C7-7756-49F2-BE6D-DE30D51F8A5F}" type="presParOf" srcId="{F7551187-612D-46D3-8DE3-4C943E7FBFD5}" destId="{E65D8254-4479-449B-B3DC-FB26CB76A2DF}" srcOrd="0" destOrd="0" presId="urn:microsoft.com/office/officeart/2018/5/layout/CenteredIconLabelDescriptionList"/>
    <dgm:cxn modelId="{D76034B7-58D6-42DD-9C19-848FC8FC601B}" type="presParOf" srcId="{F7551187-612D-46D3-8DE3-4C943E7FBFD5}" destId="{34FC6DB6-A6C4-4B9D-A869-33B6CCE45CF5}" srcOrd="1" destOrd="0" presId="urn:microsoft.com/office/officeart/2018/5/layout/CenteredIconLabelDescriptionList"/>
    <dgm:cxn modelId="{EC02AEAC-5D30-4E91-9DDB-A50382051EC0}" type="presParOf" srcId="{F7551187-612D-46D3-8DE3-4C943E7FBFD5}" destId="{B0502AD3-FDB0-44C5-9CC5-6F93733ADD48}" srcOrd="2" destOrd="0" presId="urn:microsoft.com/office/officeart/2018/5/layout/CenteredIconLabelDescriptionList"/>
    <dgm:cxn modelId="{86D34D40-158B-4666-820D-8329B63F4A30}" type="presParOf" srcId="{F7551187-612D-46D3-8DE3-4C943E7FBFD5}" destId="{9791E6AB-BF6D-4D55-9561-FC7F2C3879EB}" srcOrd="3" destOrd="0" presId="urn:microsoft.com/office/officeart/2018/5/layout/CenteredIconLabelDescriptionList"/>
    <dgm:cxn modelId="{EB068574-3E07-4FB0-8B40-74DCB651AC3E}" type="presParOf" srcId="{F7551187-612D-46D3-8DE3-4C943E7FBFD5}" destId="{F5C056A9-992C-4BCD-AF12-45F8158513CC}" srcOrd="4" destOrd="0" presId="urn:microsoft.com/office/officeart/2018/5/layout/CenteredIconLabelDescriptionList"/>
    <dgm:cxn modelId="{FF5E67B3-7921-4FD2-B73A-7571C4D379D7}" type="presParOf" srcId="{665990B7-EA42-4448-88DA-F92140BC699F}" destId="{B5E80E97-6757-46A0-BA38-AD8807F86704}" srcOrd="1" destOrd="0" presId="urn:microsoft.com/office/officeart/2018/5/layout/CenteredIconLabelDescriptionList"/>
    <dgm:cxn modelId="{2E8BE330-260A-4629-AB82-3DCAB0E73F25}" type="presParOf" srcId="{665990B7-EA42-4448-88DA-F92140BC699F}" destId="{C31AE8E4-E6E6-460A-90FB-1526215397AD}" srcOrd="2" destOrd="0" presId="urn:microsoft.com/office/officeart/2018/5/layout/CenteredIconLabelDescriptionList"/>
    <dgm:cxn modelId="{14554269-A6BE-4A63-8271-E5E4907879E3}" type="presParOf" srcId="{C31AE8E4-E6E6-460A-90FB-1526215397AD}" destId="{35AAA1BC-3D1A-4116-A94E-7C84AE48D614}" srcOrd="0" destOrd="0" presId="urn:microsoft.com/office/officeart/2018/5/layout/CenteredIconLabelDescriptionList"/>
    <dgm:cxn modelId="{8B2C7CEA-4BDB-443B-B21D-44928BDA69C7}" type="presParOf" srcId="{C31AE8E4-E6E6-460A-90FB-1526215397AD}" destId="{C495F0FB-93F0-444C-963E-3375F0A49C7A}" srcOrd="1" destOrd="0" presId="urn:microsoft.com/office/officeart/2018/5/layout/CenteredIconLabelDescriptionList"/>
    <dgm:cxn modelId="{D6D2A14B-8EED-416B-86E7-F1B66F2DD117}" type="presParOf" srcId="{C31AE8E4-E6E6-460A-90FB-1526215397AD}" destId="{996E8C52-78B9-4AD5-A3FD-DAE1AAE8CECF}" srcOrd="2" destOrd="0" presId="urn:microsoft.com/office/officeart/2018/5/layout/CenteredIconLabelDescriptionList"/>
    <dgm:cxn modelId="{5F28817C-1900-42A8-8402-AAC5547B5D38}" type="presParOf" srcId="{C31AE8E4-E6E6-460A-90FB-1526215397AD}" destId="{3DD0E5E5-11D8-46DF-A42B-365A1BE888E2}" srcOrd="3" destOrd="0" presId="urn:microsoft.com/office/officeart/2018/5/layout/CenteredIconLabelDescriptionList"/>
    <dgm:cxn modelId="{E0F34B78-6C14-4A8D-B6BD-033031FDD567}" type="presParOf" srcId="{C31AE8E4-E6E6-460A-90FB-1526215397AD}" destId="{9AA92003-C2A7-4A29-B2FA-6FACCDA37556}"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9A04DDD-CFA9-4501-97DE-EE9849CB2153}"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00ACA018-5DE6-4D73-BB70-84ED18F44001}">
      <dgm:prSet/>
      <dgm:spPr/>
      <dgm:t>
        <a:bodyPr/>
        <a:lstStyle/>
        <a:p>
          <a:pPr>
            <a:defRPr cap="all"/>
          </a:pPr>
          <a:r>
            <a:rPr lang="fr-FR" b="0" i="0" baseline="0"/>
            <a:t>Accédez à tous vos documents personnels au même endroit </a:t>
          </a:r>
          <a:endParaRPr lang="en-US"/>
        </a:p>
      </dgm:t>
    </dgm:pt>
    <dgm:pt modelId="{3CF3D2C3-CED2-4DFA-89CE-877B35C922E4}" type="parTrans" cxnId="{3844445F-8B22-4DCB-AC36-456BD255929D}">
      <dgm:prSet/>
      <dgm:spPr/>
      <dgm:t>
        <a:bodyPr/>
        <a:lstStyle/>
        <a:p>
          <a:endParaRPr lang="en-US"/>
        </a:p>
      </dgm:t>
    </dgm:pt>
    <dgm:pt modelId="{0C5FF177-957D-466B-80EA-EFCAE258D931}" type="sibTrans" cxnId="{3844445F-8B22-4DCB-AC36-456BD255929D}">
      <dgm:prSet/>
      <dgm:spPr/>
      <dgm:t>
        <a:bodyPr/>
        <a:lstStyle/>
        <a:p>
          <a:endParaRPr lang="en-US"/>
        </a:p>
      </dgm:t>
    </dgm:pt>
    <dgm:pt modelId="{B4BEF882-5B09-42F4-A39A-E407CE74EA41}">
      <dgm:prSet/>
      <dgm:spPr/>
      <dgm:t>
        <a:bodyPr/>
        <a:lstStyle/>
        <a:p>
          <a:pPr>
            <a:defRPr cap="all"/>
          </a:pPr>
          <a:r>
            <a:rPr lang="fr-FR" b="0" i="0" baseline="0"/>
            <a:t>Consultez vos licences, certificats et diplômes à tout moment </a:t>
          </a:r>
          <a:endParaRPr lang="en-US"/>
        </a:p>
      </dgm:t>
    </dgm:pt>
    <dgm:pt modelId="{C44A70D0-240A-4016-93E3-88C234217FA0}" type="parTrans" cxnId="{45247A87-D36F-432F-A403-AFA8EB0EC177}">
      <dgm:prSet/>
      <dgm:spPr/>
      <dgm:t>
        <a:bodyPr/>
        <a:lstStyle/>
        <a:p>
          <a:endParaRPr lang="en-US"/>
        </a:p>
      </dgm:t>
    </dgm:pt>
    <dgm:pt modelId="{06AA4CD4-6F0F-49FD-A9F2-0A608A51CD2C}" type="sibTrans" cxnId="{45247A87-D36F-432F-A403-AFA8EB0EC177}">
      <dgm:prSet/>
      <dgm:spPr/>
      <dgm:t>
        <a:bodyPr/>
        <a:lstStyle/>
        <a:p>
          <a:endParaRPr lang="en-US"/>
        </a:p>
      </dgm:t>
    </dgm:pt>
    <dgm:pt modelId="{B98F30B8-DABF-45C3-BF21-A34C6431E98C}">
      <dgm:prSet/>
      <dgm:spPr/>
      <dgm:t>
        <a:bodyPr/>
        <a:lstStyle/>
        <a:p>
          <a:pPr>
            <a:defRPr cap="all"/>
          </a:pPr>
          <a:r>
            <a:rPr lang="fr-FR" b="0" i="0" baseline="0"/>
            <a:t>Téléchargez vos attestations et grades obtenus </a:t>
          </a:r>
          <a:endParaRPr lang="en-US"/>
        </a:p>
      </dgm:t>
    </dgm:pt>
    <dgm:pt modelId="{D91B6EA9-DD88-4821-AAAD-3636DD6D99EA}" type="parTrans" cxnId="{A7A7F40B-BF96-42E5-B3CD-836CF71AF454}">
      <dgm:prSet/>
      <dgm:spPr/>
      <dgm:t>
        <a:bodyPr/>
        <a:lstStyle/>
        <a:p>
          <a:endParaRPr lang="en-US"/>
        </a:p>
      </dgm:t>
    </dgm:pt>
    <dgm:pt modelId="{40EC5747-99A4-451A-B938-C733DBFFACFD}" type="sibTrans" cxnId="{A7A7F40B-BF96-42E5-B3CD-836CF71AF454}">
      <dgm:prSet/>
      <dgm:spPr/>
      <dgm:t>
        <a:bodyPr/>
        <a:lstStyle/>
        <a:p>
          <a:endParaRPr lang="en-US"/>
        </a:p>
      </dgm:t>
    </dgm:pt>
    <dgm:pt modelId="{EE32F1AC-1902-4971-8400-C5E09881C6D2}">
      <dgm:prSet/>
      <dgm:spPr/>
      <dgm:t>
        <a:bodyPr/>
        <a:lstStyle/>
        <a:p>
          <a:pPr>
            <a:defRPr cap="all"/>
          </a:pPr>
          <a:r>
            <a:rPr lang="fr-FR" b="0" i="0" baseline="0"/>
            <a:t>Partagez facilement vos documents avec votre club ou fédération </a:t>
          </a:r>
          <a:endParaRPr lang="en-US"/>
        </a:p>
      </dgm:t>
    </dgm:pt>
    <dgm:pt modelId="{C3F20CB6-D315-4805-BF76-BFC9DFAF92CD}" type="parTrans" cxnId="{47F61FAF-3925-43A8-88BD-1E346896C2CA}">
      <dgm:prSet/>
      <dgm:spPr/>
      <dgm:t>
        <a:bodyPr/>
        <a:lstStyle/>
        <a:p>
          <a:endParaRPr lang="en-US"/>
        </a:p>
      </dgm:t>
    </dgm:pt>
    <dgm:pt modelId="{AA88E146-6E48-40BD-A39F-3572D877BEFE}" type="sibTrans" cxnId="{47F61FAF-3925-43A8-88BD-1E346896C2CA}">
      <dgm:prSet/>
      <dgm:spPr/>
      <dgm:t>
        <a:bodyPr/>
        <a:lstStyle/>
        <a:p>
          <a:endParaRPr lang="en-US"/>
        </a:p>
      </dgm:t>
    </dgm:pt>
    <dgm:pt modelId="{60A20E03-868E-4676-9459-7AA8F09F7A66}">
      <dgm:prSet/>
      <dgm:spPr/>
      <dgm:t>
        <a:bodyPr/>
        <a:lstStyle/>
        <a:p>
          <a:pPr>
            <a:defRPr cap="all"/>
          </a:pPr>
          <a:r>
            <a:rPr lang="fr-FR" b="0" i="0" baseline="0"/>
            <a:t>Recevez des notifications avant l'expiration de vos documents </a:t>
          </a:r>
          <a:endParaRPr lang="en-US"/>
        </a:p>
      </dgm:t>
    </dgm:pt>
    <dgm:pt modelId="{10D0F16A-497B-47A3-ADEF-B6EDB5E68F6C}" type="parTrans" cxnId="{35EDF298-1DFA-4392-8163-E97AFE91D272}">
      <dgm:prSet/>
      <dgm:spPr/>
      <dgm:t>
        <a:bodyPr/>
        <a:lstStyle/>
        <a:p>
          <a:endParaRPr lang="en-US"/>
        </a:p>
      </dgm:t>
    </dgm:pt>
    <dgm:pt modelId="{87BE62AE-EB22-4A9D-9F6C-52D7419652B2}" type="sibTrans" cxnId="{35EDF298-1DFA-4392-8163-E97AFE91D272}">
      <dgm:prSet/>
      <dgm:spPr/>
      <dgm:t>
        <a:bodyPr/>
        <a:lstStyle/>
        <a:p>
          <a:endParaRPr lang="en-US"/>
        </a:p>
      </dgm:t>
    </dgm:pt>
    <dgm:pt modelId="{2A9D51CE-5CE5-4CE8-8973-9F5C05E5FD63}" type="pres">
      <dgm:prSet presAssocID="{A9A04DDD-CFA9-4501-97DE-EE9849CB2153}" presName="root" presStyleCnt="0">
        <dgm:presLayoutVars>
          <dgm:dir/>
          <dgm:resizeHandles val="exact"/>
        </dgm:presLayoutVars>
      </dgm:prSet>
      <dgm:spPr/>
    </dgm:pt>
    <dgm:pt modelId="{B1E4F8E5-6006-4B0D-894E-F204200DF3EE}" type="pres">
      <dgm:prSet presAssocID="{00ACA018-5DE6-4D73-BB70-84ED18F44001}" presName="compNode" presStyleCnt="0"/>
      <dgm:spPr/>
    </dgm:pt>
    <dgm:pt modelId="{8C344AF7-24ED-4CDB-8ACD-FE6CA7E70767}" type="pres">
      <dgm:prSet presAssocID="{00ACA018-5DE6-4D73-BB70-84ED18F44001}" presName="iconBgRect" presStyleLbl="bgShp" presStyleIdx="0" presStyleCnt="5"/>
      <dgm:spPr/>
    </dgm:pt>
    <dgm:pt modelId="{A228E3CD-CDD0-48E1-A449-1B8332282F91}" type="pres">
      <dgm:prSet presAssocID="{00ACA018-5DE6-4D73-BB70-84ED18F4400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8EEB9D97-2FEE-4B33-995D-11C77D60EB97}" type="pres">
      <dgm:prSet presAssocID="{00ACA018-5DE6-4D73-BB70-84ED18F44001}" presName="spaceRect" presStyleCnt="0"/>
      <dgm:spPr/>
    </dgm:pt>
    <dgm:pt modelId="{6E348767-38E2-4B1C-9BD8-DDF05C82F377}" type="pres">
      <dgm:prSet presAssocID="{00ACA018-5DE6-4D73-BB70-84ED18F44001}" presName="textRect" presStyleLbl="revTx" presStyleIdx="0" presStyleCnt="5">
        <dgm:presLayoutVars>
          <dgm:chMax val="1"/>
          <dgm:chPref val="1"/>
        </dgm:presLayoutVars>
      </dgm:prSet>
      <dgm:spPr/>
    </dgm:pt>
    <dgm:pt modelId="{8D3A8E00-BB4F-447E-B306-BA2CFF80AB4C}" type="pres">
      <dgm:prSet presAssocID="{0C5FF177-957D-466B-80EA-EFCAE258D931}" presName="sibTrans" presStyleCnt="0"/>
      <dgm:spPr/>
    </dgm:pt>
    <dgm:pt modelId="{B17237A4-F31D-4B47-BCCA-CDA8E714D01D}" type="pres">
      <dgm:prSet presAssocID="{B4BEF882-5B09-42F4-A39A-E407CE74EA41}" presName="compNode" presStyleCnt="0"/>
      <dgm:spPr/>
    </dgm:pt>
    <dgm:pt modelId="{B9BA6BFC-B8A9-4B0A-9F73-36E1E4235B7A}" type="pres">
      <dgm:prSet presAssocID="{B4BEF882-5B09-42F4-A39A-E407CE74EA41}" presName="iconBgRect" presStyleLbl="bgShp" presStyleIdx="1" presStyleCnt="5"/>
      <dgm:spPr/>
    </dgm:pt>
    <dgm:pt modelId="{69E03BBD-DC1A-48D2-A0D8-947AA3ED9961}" type="pres">
      <dgm:prSet presAssocID="{B4BEF882-5B09-42F4-A39A-E407CE74EA4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plôme"/>
        </a:ext>
      </dgm:extLst>
    </dgm:pt>
    <dgm:pt modelId="{8F68F88C-04EA-4ADE-B49A-C4A8063C6C28}" type="pres">
      <dgm:prSet presAssocID="{B4BEF882-5B09-42F4-A39A-E407CE74EA41}" presName="spaceRect" presStyleCnt="0"/>
      <dgm:spPr/>
    </dgm:pt>
    <dgm:pt modelId="{76501882-2F1D-4CC8-BE23-643FD29A3505}" type="pres">
      <dgm:prSet presAssocID="{B4BEF882-5B09-42F4-A39A-E407CE74EA41}" presName="textRect" presStyleLbl="revTx" presStyleIdx="1" presStyleCnt="5">
        <dgm:presLayoutVars>
          <dgm:chMax val="1"/>
          <dgm:chPref val="1"/>
        </dgm:presLayoutVars>
      </dgm:prSet>
      <dgm:spPr/>
    </dgm:pt>
    <dgm:pt modelId="{6467BF63-53FA-45D0-B1C4-C1B262008251}" type="pres">
      <dgm:prSet presAssocID="{06AA4CD4-6F0F-49FD-A9F2-0A608A51CD2C}" presName="sibTrans" presStyleCnt="0"/>
      <dgm:spPr/>
    </dgm:pt>
    <dgm:pt modelId="{FE216585-0A88-473F-AD8F-9807DAAE16B6}" type="pres">
      <dgm:prSet presAssocID="{B98F30B8-DABF-45C3-BF21-A34C6431E98C}" presName="compNode" presStyleCnt="0"/>
      <dgm:spPr/>
    </dgm:pt>
    <dgm:pt modelId="{FCDBFC35-0D8C-471B-A40E-7F4CE03865B3}" type="pres">
      <dgm:prSet presAssocID="{B98F30B8-DABF-45C3-BF21-A34C6431E98C}" presName="iconBgRect" presStyleLbl="bgShp" presStyleIdx="2" presStyleCnt="5"/>
      <dgm:spPr/>
    </dgm:pt>
    <dgm:pt modelId="{67DD9D79-FF11-4415-B71B-BDFC5F4C9496}" type="pres">
      <dgm:prSet presAssocID="{B98F30B8-DABF-45C3-BF21-A34C6431E98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che"/>
        </a:ext>
      </dgm:extLst>
    </dgm:pt>
    <dgm:pt modelId="{4AF04FD3-24EE-4DC1-B0BA-31CA46FC8C69}" type="pres">
      <dgm:prSet presAssocID="{B98F30B8-DABF-45C3-BF21-A34C6431E98C}" presName="spaceRect" presStyleCnt="0"/>
      <dgm:spPr/>
    </dgm:pt>
    <dgm:pt modelId="{4A5CCF00-01B8-46A9-9719-DE24A43574EC}" type="pres">
      <dgm:prSet presAssocID="{B98F30B8-DABF-45C3-BF21-A34C6431E98C}" presName="textRect" presStyleLbl="revTx" presStyleIdx="2" presStyleCnt="5">
        <dgm:presLayoutVars>
          <dgm:chMax val="1"/>
          <dgm:chPref val="1"/>
        </dgm:presLayoutVars>
      </dgm:prSet>
      <dgm:spPr/>
    </dgm:pt>
    <dgm:pt modelId="{065BD620-8DE6-4FE4-A511-39A3951F5495}" type="pres">
      <dgm:prSet presAssocID="{40EC5747-99A4-451A-B938-C733DBFFACFD}" presName="sibTrans" presStyleCnt="0"/>
      <dgm:spPr/>
    </dgm:pt>
    <dgm:pt modelId="{03893FB2-E56E-4417-B6D6-34EA1C52C78C}" type="pres">
      <dgm:prSet presAssocID="{EE32F1AC-1902-4971-8400-C5E09881C6D2}" presName="compNode" presStyleCnt="0"/>
      <dgm:spPr/>
    </dgm:pt>
    <dgm:pt modelId="{E402BF69-76E2-4A3F-87DD-F178AC50BD6F}" type="pres">
      <dgm:prSet presAssocID="{EE32F1AC-1902-4971-8400-C5E09881C6D2}" presName="iconBgRect" presStyleLbl="bgShp" presStyleIdx="3" presStyleCnt="5"/>
      <dgm:spPr/>
    </dgm:pt>
    <dgm:pt modelId="{3775AD61-D8BD-4E22-AFF3-AC7717ABC5FD}" type="pres">
      <dgm:prSet presAssocID="{EE32F1AC-1902-4971-8400-C5E09881C6D2}"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apier"/>
        </a:ext>
      </dgm:extLst>
    </dgm:pt>
    <dgm:pt modelId="{EE00E6F4-1EB0-4082-9E06-E5C0C2B12BED}" type="pres">
      <dgm:prSet presAssocID="{EE32F1AC-1902-4971-8400-C5E09881C6D2}" presName="spaceRect" presStyleCnt="0"/>
      <dgm:spPr/>
    </dgm:pt>
    <dgm:pt modelId="{C86D6711-F3CF-4932-8D6F-52A3903DBE12}" type="pres">
      <dgm:prSet presAssocID="{EE32F1AC-1902-4971-8400-C5E09881C6D2}" presName="textRect" presStyleLbl="revTx" presStyleIdx="3" presStyleCnt="5">
        <dgm:presLayoutVars>
          <dgm:chMax val="1"/>
          <dgm:chPref val="1"/>
        </dgm:presLayoutVars>
      </dgm:prSet>
      <dgm:spPr/>
    </dgm:pt>
    <dgm:pt modelId="{4CF01AD4-2258-4B7E-81F4-5006BB16BAC6}" type="pres">
      <dgm:prSet presAssocID="{AA88E146-6E48-40BD-A39F-3572D877BEFE}" presName="sibTrans" presStyleCnt="0"/>
      <dgm:spPr/>
    </dgm:pt>
    <dgm:pt modelId="{45BC24DA-6C52-42AA-B35C-78690F9B2CAE}" type="pres">
      <dgm:prSet presAssocID="{60A20E03-868E-4676-9459-7AA8F09F7A66}" presName="compNode" presStyleCnt="0"/>
      <dgm:spPr/>
    </dgm:pt>
    <dgm:pt modelId="{6FDA2A80-1188-4A8C-8673-DF005DCBDC2A}" type="pres">
      <dgm:prSet presAssocID="{60A20E03-868E-4676-9459-7AA8F09F7A66}" presName="iconBgRect" presStyleLbl="bgShp" presStyleIdx="4" presStyleCnt="5"/>
      <dgm:spPr/>
    </dgm:pt>
    <dgm:pt modelId="{0D0E6E4E-AB7A-4D1C-B8DE-A4150A0DBB46}" type="pres">
      <dgm:prSet presAssocID="{60A20E03-868E-4676-9459-7AA8F09F7A6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Enveloppe"/>
        </a:ext>
      </dgm:extLst>
    </dgm:pt>
    <dgm:pt modelId="{D1EA6192-2210-4C42-B22F-5180AD9C7371}" type="pres">
      <dgm:prSet presAssocID="{60A20E03-868E-4676-9459-7AA8F09F7A66}" presName="spaceRect" presStyleCnt="0"/>
      <dgm:spPr/>
    </dgm:pt>
    <dgm:pt modelId="{3FD090F9-2C38-4F6C-B6DC-80368CDE863B}" type="pres">
      <dgm:prSet presAssocID="{60A20E03-868E-4676-9459-7AA8F09F7A66}" presName="textRect" presStyleLbl="revTx" presStyleIdx="4" presStyleCnt="5">
        <dgm:presLayoutVars>
          <dgm:chMax val="1"/>
          <dgm:chPref val="1"/>
        </dgm:presLayoutVars>
      </dgm:prSet>
      <dgm:spPr/>
    </dgm:pt>
  </dgm:ptLst>
  <dgm:cxnLst>
    <dgm:cxn modelId="{F6152F01-B428-410A-BC76-E1FB3D6E4553}" type="presOf" srcId="{00ACA018-5DE6-4D73-BB70-84ED18F44001}" destId="{6E348767-38E2-4B1C-9BD8-DDF05C82F377}" srcOrd="0" destOrd="0" presId="urn:microsoft.com/office/officeart/2018/5/layout/IconCircleLabelList"/>
    <dgm:cxn modelId="{A7A7F40B-BF96-42E5-B3CD-836CF71AF454}" srcId="{A9A04DDD-CFA9-4501-97DE-EE9849CB2153}" destId="{B98F30B8-DABF-45C3-BF21-A34C6431E98C}" srcOrd="2" destOrd="0" parTransId="{D91B6EA9-DD88-4821-AAAD-3636DD6D99EA}" sibTransId="{40EC5747-99A4-451A-B938-C733DBFFACFD}"/>
    <dgm:cxn modelId="{D3BC4410-E1CF-4AAE-834C-A3F2C3543125}" type="presOf" srcId="{B4BEF882-5B09-42F4-A39A-E407CE74EA41}" destId="{76501882-2F1D-4CC8-BE23-643FD29A3505}" srcOrd="0" destOrd="0" presId="urn:microsoft.com/office/officeart/2018/5/layout/IconCircleLabelList"/>
    <dgm:cxn modelId="{0E04242F-BA1C-408F-98CA-C30E690B2056}" type="presOf" srcId="{B98F30B8-DABF-45C3-BF21-A34C6431E98C}" destId="{4A5CCF00-01B8-46A9-9719-DE24A43574EC}" srcOrd="0" destOrd="0" presId="urn:microsoft.com/office/officeart/2018/5/layout/IconCircleLabelList"/>
    <dgm:cxn modelId="{3844445F-8B22-4DCB-AC36-456BD255929D}" srcId="{A9A04DDD-CFA9-4501-97DE-EE9849CB2153}" destId="{00ACA018-5DE6-4D73-BB70-84ED18F44001}" srcOrd="0" destOrd="0" parTransId="{3CF3D2C3-CED2-4DFA-89CE-877B35C922E4}" sibTransId="{0C5FF177-957D-466B-80EA-EFCAE258D931}"/>
    <dgm:cxn modelId="{12022F47-FD16-49E2-9AD5-B7D0BBDA8645}" type="presOf" srcId="{EE32F1AC-1902-4971-8400-C5E09881C6D2}" destId="{C86D6711-F3CF-4932-8D6F-52A3903DBE12}" srcOrd="0" destOrd="0" presId="urn:microsoft.com/office/officeart/2018/5/layout/IconCircleLabelList"/>
    <dgm:cxn modelId="{2A68A04E-BE44-4B28-ADAA-D823BAACC3E4}" type="presOf" srcId="{A9A04DDD-CFA9-4501-97DE-EE9849CB2153}" destId="{2A9D51CE-5CE5-4CE8-8973-9F5C05E5FD63}" srcOrd="0" destOrd="0" presId="urn:microsoft.com/office/officeart/2018/5/layout/IconCircleLabelList"/>
    <dgm:cxn modelId="{45247A87-D36F-432F-A403-AFA8EB0EC177}" srcId="{A9A04DDD-CFA9-4501-97DE-EE9849CB2153}" destId="{B4BEF882-5B09-42F4-A39A-E407CE74EA41}" srcOrd="1" destOrd="0" parTransId="{C44A70D0-240A-4016-93E3-88C234217FA0}" sibTransId="{06AA4CD4-6F0F-49FD-A9F2-0A608A51CD2C}"/>
    <dgm:cxn modelId="{35EDF298-1DFA-4392-8163-E97AFE91D272}" srcId="{A9A04DDD-CFA9-4501-97DE-EE9849CB2153}" destId="{60A20E03-868E-4676-9459-7AA8F09F7A66}" srcOrd="4" destOrd="0" parTransId="{10D0F16A-497B-47A3-ADEF-B6EDB5E68F6C}" sibTransId="{87BE62AE-EB22-4A9D-9F6C-52D7419652B2}"/>
    <dgm:cxn modelId="{47F61FAF-3925-43A8-88BD-1E346896C2CA}" srcId="{A9A04DDD-CFA9-4501-97DE-EE9849CB2153}" destId="{EE32F1AC-1902-4971-8400-C5E09881C6D2}" srcOrd="3" destOrd="0" parTransId="{C3F20CB6-D315-4805-BF76-BFC9DFAF92CD}" sibTransId="{AA88E146-6E48-40BD-A39F-3572D877BEFE}"/>
    <dgm:cxn modelId="{BAE190FC-1D72-4454-B888-9BD921D97956}" type="presOf" srcId="{60A20E03-868E-4676-9459-7AA8F09F7A66}" destId="{3FD090F9-2C38-4F6C-B6DC-80368CDE863B}" srcOrd="0" destOrd="0" presId="urn:microsoft.com/office/officeart/2018/5/layout/IconCircleLabelList"/>
    <dgm:cxn modelId="{115C0076-40DA-4FB7-8E71-0F86E4A7C558}" type="presParOf" srcId="{2A9D51CE-5CE5-4CE8-8973-9F5C05E5FD63}" destId="{B1E4F8E5-6006-4B0D-894E-F204200DF3EE}" srcOrd="0" destOrd="0" presId="urn:microsoft.com/office/officeart/2018/5/layout/IconCircleLabelList"/>
    <dgm:cxn modelId="{B7B4B3AA-632C-4081-A26A-5D9C289B4475}" type="presParOf" srcId="{B1E4F8E5-6006-4B0D-894E-F204200DF3EE}" destId="{8C344AF7-24ED-4CDB-8ACD-FE6CA7E70767}" srcOrd="0" destOrd="0" presId="urn:microsoft.com/office/officeart/2018/5/layout/IconCircleLabelList"/>
    <dgm:cxn modelId="{0005F999-D19E-41B3-840D-03A74F8ACB31}" type="presParOf" srcId="{B1E4F8E5-6006-4B0D-894E-F204200DF3EE}" destId="{A228E3CD-CDD0-48E1-A449-1B8332282F91}" srcOrd="1" destOrd="0" presId="urn:microsoft.com/office/officeart/2018/5/layout/IconCircleLabelList"/>
    <dgm:cxn modelId="{4DA92D8C-A4F6-4D71-8F62-223F670EDC49}" type="presParOf" srcId="{B1E4F8E5-6006-4B0D-894E-F204200DF3EE}" destId="{8EEB9D97-2FEE-4B33-995D-11C77D60EB97}" srcOrd="2" destOrd="0" presId="urn:microsoft.com/office/officeart/2018/5/layout/IconCircleLabelList"/>
    <dgm:cxn modelId="{9861623C-8CF2-4E09-A942-A2A31E17F556}" type="presParOf" srcId="{B1E4F8E5-6006-4B0D-894E-F204200DF3EE}" destId="{6E348767-38E2-4B1C-9BD8-DDF05C82F377}" srcOrd="3" destOrd="0" presId="urn:microsoft.com/office/officeart/2018/5/layout/IconCircleLabelList"/>
    <dgm:cxn modelId="{C6C95BEC-B502-4F25-86F3-D72D756DBE0B}" type="presParOf" srcId="{2A9D51CE-5CE5-4CE8-8973-9F5C05E5FD63}" destId="{8D3A8E00-BB4F-447E-B306-BA2CFF80AB4C}" srcOrd="1" destOrd="0" presId="urn:microsoft.com/office/officeart/2018/5/layout/IconCircleLabelList"/>
    <dgm:cxn modelId="{3698E2A6-8B36-42B8-BECB-693DD8466759}" type="presParOf" srcId="{2A9D51CE-5CE5-4CE8-8973-9F5C05E5FD63}" destId="{B17237A4-F31D-4B47-BCCA-CDA8E714D01D}" srcOrd="2" destOrd="0" presId="urn:microsoft.com/office/officeart/2018/5/layout/IconCircleLabelList"/>
    <dgm:cxn modelId="{D16694C0-31CB-4069-8B58-8D293E2AF70D}" type="presParOf" srcId="{B17237A4-F31D-4B47-BCCA-CDA8E714D01D}" destId="{B9BA6BFC-B8A9-4B0A-9F73-36E1E4235B7A}" srcOrd="0" destOrd="0" presId="urn:microsoft.com/office/officeart/2018/5/layout/IconCircleLabelList"/>
    <dgm:cxn modelId="{4F2DEB8C-6EC5-4CD1-BE6A-C2439648CB26}" type="presParOf" srcId="{B17237A4-F31D-4B47-BCCA-CDA8E714D01D}" destId="{69E03BBD-DC1A-48D2-A0D8-947AA3ED9961}" srcOrd="1" destOrd="0" presId="urn:microsoft.com/office/officeart/2018/5/layout/IconCircleLabelList"/>
    <dgm:cxn modelId="{5478B36F-69EB-4CA6-B650-96F5EA3CE6BF}" type="presParOf" srcId="{B17237A4-F31D-4B47-BCCA-CDA8E714D01D}" destId="{8F68F88C-04EA-4ADE-B49A-C4A8063C6C28}" srcOrd="2" destOrd="0" presId="urn:microsoft.com/office/officeart/2018/5/layout/IconCircleLabelList"/>
    <dgm:cxn modelId="{C1106050-35FC-4CDC-99C4-97C57954A175}" type="presParOf" srcId="{B17237A4-F31D-4B47-BCCA-CDA8E714D01D}" destId="{76501882-2F1D-4CC8-BE23-643FD29A3505}" srcOrd="3" destOrd="0" presId="urn:microsoft.com/office/officeart/2018/5/layout/IconCircleLabelList"/>
    <dgm:cxn modelId="{7B4A9603-D39B-4055-B6FE-F6548C329AD0}" type="presParOf" srcId="{2A9D51CE-5CE5-4CE8-8973-9F5C05E5FD63}" destId="{6467BF63-53FA-45D0-B1C4-C1B262008251}" srcOrd="3" destOrd="0" presId="urn:microsoft.com/office/officeart/2018/5/layout/IconCircleLabelList"/>
    <dgm:cxn modelId="{939C423A-CEC5-4620-80F6-8B64BDB210D3}" type="presParOf" srcId="{2A9D51CE-5CE5-4CE8-8973-9F5C05E5FD63}" destId="{FE216585-0A88-473F-AD8F-9807DAAE16B6}" srcOrd="4" destOrd="0" presId="urn:microsoft.com/office/officeart/2018/5/layout/IconCircleLabelList"/>
    <dgm:cxn modelId="{0F7788BC-E3B0-423A-AD30-3D39C8939FDB}" type="presParOf" srcId="{FE216585-0A88-473F-AD8F-9807DAAE16B6}" destId="{FCDBFC35-0D8C-471B-A40E-7F4CE03865B3}" srcOrd="0" destOrd="0" presId="urn:microsoft.com/office/officeart/2018/5/layout/IconCircleLabelList"/>
    <dgm:cxn modelId="{8417F6A2-A31E-49DE-BEAB-68D4619D22C5}" type="presParOf" srcId="{FE216585-0A88-473F-AD8F-9807DAAE16B6}" destId="{67DD9D79-FF11-4415-B71B-BDFC5F4C9496}" srcOrd="1" destOrd="0" presId="urn:microsoft.com/office/officeart/2018/5/layout/IconCircleLabelList"/>
    <dgm:cxn modelId="{AC44DB25-7DA6-4AE3-A045-6D9F4F204832}" type="presParOf" srcId="{FE216585-0A88-473F-AD8F-9807DAAE16B6}" destId="{4AF04FD3-24EE-4DC1-B0BA-31CA46FC8C69}" srcOrd="2" destOrd="0" presId="urn:microsoft.com/office/officeart/2018/5/layout/IconCircleLabelList"/>
    <dgm:cxn modelId="{D4987D3C-748B-439E-B41B-C3D2A605C1A7}" type="presParOf" srcId="{FE216585-0A88-473F-AD8F-9807DAAE16B6}" destId="{4A5CCF00-01B8-46A9-9719-DE24A43574EC}" srcOrd="3" destOrd="0" presId="urn:microsoft.com/office/officeart/2018/5/layout/IconCircleLabelList"/>
    <dgm:cxn modelId="{B4D7B373-62F2-44B1-8B9A-B33A3202021A}" type="presParOf" srcId="{2A9D51CE-5CE5-4CE8-8973-9F5C05E5FD63}" destId="{065BD620-8DE6-4FE4-A511-39A3951F5495}" srcOrd="5" destOrd="0" presId="urn:microsoft.com/office/officeart/2018/5/layout/IconCircleLabelList"/>
    <dgm:cxn modelId="{C0B1B6A3-71D0-43ED-8B20-119F11436249}" type="presParOf" srcId="{2A9D51CE-5CE5-4CE8-8973-9F5C05E5FD63}" destId="{03893FB2-E56E-4417-B6D6-34EA1C52C78C}" srcOrd="6" destOrd="0" presId="urn:microsoft.com/office/officeart/2018/5/layout/IconCircleLabelList"/>
    <dgm:cxn modelId="{52537A81-9E08-4A41-AA51-E5E203594082}" type="presParOf" srcId="{03893FB2-E56E-4417-B6D6-34EA1C52C78C}" destId="{E402BF69-76E2-4A3F-87DD-F178AC50BD6F}" srcOrd="0" destOrd="0" presId="urn:microsoft.com/office/officeart/2018/5/layout/IconCircleLabelList"/>
    <dgm:cxn modelId="{3AFF79DB-B4E8-42FE-BE64-F030A5956CE3}" type="presParOf" srcId="{03893FB2-E56E-4417-B6D6-34EA1C52C78C}" destId="{3775AD61-D8BD-4E22-AFF3-AC7717ABC5FD}" srcOrd="1" destOrd="0" presId="urn:microsoft.com/office/officeart/2018/5/layout/IconCircleLabelList"/>
    <dgm:cxn modelId="{B7338539-33B8-431C-873B-75D01CB7DDB9}" type="presParOf" srcId="{03893FB2-E56E-4417-B6D6-34EA1C52C78C}" destId="{EE00E6F4-1EB0-4082-9E06-E5C0C2B12BED}" srcOrd="2" destOrd="0" presId="urn:microsoft.com/office/officeart/2018/5/layout/IconCircleLabelList"/>
    <dgm:cxn modelId="{6E5EDA01-3C7F-447C-942B-4DB87D4EC848}" type="presParOf" srcId="{03893FB2-E56E-4417-B6D6-34EA1C52C78C}" destId="{C86D6711-F3CF-4932-8D6F-52A3903DBE12}" srcOrd="3" destOrd="0" presId="urn:microsoft.com/office/officeart/2018/5/layout/IconCircleLabelList"/>
    <dgm:cxn modelId="{1BAB3344-4ADB-40F3-A490-DB2FCC34C9DA}" type="presParOf" srcId="{2A9D51CE-5CE5-4CE8-8973-9F5C05E5FD63}" destId="{4CF01AD4-2258-4B7E-81F4-5006BB16BAC6}" srcOrd="7" destOrd="0" presId="urn:microsoft.com/office/officeart/2018/5/layout/IconCircleLabelList"/>
    <dgm:cxn modelId="{8454F213-5F31-46C8-897A-3FC03B5F5B9B}" type="presParOf" srcId="{2A9D51CE-5CE5-4CE8-8973-9F5C05E5FD63}" destId="{45BC24DA-6C52-42AA-B35C-78690F9B2CAE}" srcOrd="8" destOrd="0" presId="urn:microsoft.com/office/officeart/2018/5/layout/IconCircleLabelList"/>
    <dgm:cxn modelId="{E6CD0CE1-53DD-44BA-B132-03950C18DFF3}" type="presParOf" srcId="{45BC24DA-6C52-42AA-B35C-78690F9B2CAE}" destId="{6FDA2A80-1188-4A8C-8673-DF005DCBDC2A}" srcOrd="0" destOrd="0" presId="urn:microsoft.com/office/officeart/2018/5/layout/IconCircleLabelList"/>
    <dgm:cxn modelId="{6E896376-8FEC-4BC2-879B-0F5789793BA3}" type="presParOf" srcId="{45BC24DA-6C52-42AA-B35C-78690F9B2CAE}" destId="{0D0E6E4E-AB7A-4D1C-B8DE-A4150A0DBB46}" srcOrd="1" destOrd="0" presId="urn:microsoft.com/office/officeart/2018/5/layout/IconCircleLabelList"/>
    <dgm:cxn modelId="{D3FD5668-9697-4D52-B0E2-60789BFB8899}" type="presParOf" srcId="{45BC24DA-6C52-42AA-B35C-78690F9B2CAE}" destId="{D1EA6192-2210-4C42-B22F-5180AD9C7371}" srcOrd="2" destOrd="0" presId="urn:microsoft.com/office/officeart/2018/5/layout/IconCircleLabelList"/>
    <dgm:cxn modelId="{DE8812B4-ED04-42C6-8A5F-E3172A3DA47A}" type="presParOf" srcId="{45BC24DA-6C52-42AA-B35C-78690F9B2CAE}" destId="{3FD090F9-2C38-4F6C-B6DC-80368CDE863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3FFC831-CAFC-4CED-A774-A7824AC6348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FCD5665-7035-40B4-B5FE-364840FFBB29}">
      <dgm:prSet/>
      <dgm:spPr/>
      <dgm:t>
        <a:bodyPr/>
        <a:lstStyle/>
        <a:p>
          <a:r>
            <a:rPr lang="fr-FR" b="0" i="0" baseline="0"/>
            <a:t>Renouvelez votre adhésion en ligne </a:t>
          </a:r>
          <a:endParaRPr lang="en-US"/>
        </a:p>
      </dgm:t>
    </dgm:pt>
    <dgm:pt modelId="{53A310F2-DF9C-4384-825B-1858EC73E2E0}" type="parTrans" cxnId="{AA5332E0-32B3-4DA2-8913-91084CB78D34}">
      <dgm:prSet/>
      <dgm:spPr/>
      <dgm:t>
        <a:bodyPr/>
        <a:lstStyle/>
        <a:p>
          <a:endParaRPr lang="en-US"/>
        </a:p>
      </dgm:t>
    </dgm:pt>
    <dgm:pt modelId="{36E0E285-CA19-4D9A-B130-12E512404F68}" type="sibTrans" cxnId="{AA5332E0-32B3-4DA2-8913-91084CB78D34}">
      <dgm:prSet/>
      <dgm:spPr/>
      <dgm:t>
        <a:bodyPr/>
        <a:lstStyle/>
        <a:p>
          <a:endParaRPr lang="en-US"/>
        </a:p>
      </dgm:t>
    </dgm:pt>
    <dgm:pt modelId="{6CA4418E-E082-48A3-A48C-480AB3245134}">
      <dgm:prSet/>
      <dgm:spPr/>
      <dgm:t>
        <a:bodyPr/>
        <a:lstStyle/>
        <a:p>
          <a:r>
            <a:rPr lang="fr-FR" b="0" i="0" baseline="0"/>
            <a:t>Présentez votre carte de membre numérique via QR code </a:t>
          </a:r>
          <a:endParaRPr lang="en-US"/>
        </a:p>
      </dgm:t>
    </dgm:pt>
    <dgm:pt modelId="{4D3F152F-E781-4BA9-A918-27D4D66747A3}" type="parTrans" cxnId="{60AC55E9-1329-42C7-ADCD-5EA66CE19367}">
      <dgm:prSet/>
      <dgm:spPr/>
      <dgm:t>
        <a:bodyPr/>
        <a:lstStyle/>
        <a:p>
          <a:endParaRPr lang="en-US"/>
        </a:p>
      </dgm:t>
    </dgm:pt>
    <dgm:pt modelId="{8EA1B5A4-1778-4333-ACFD-659705F111F8}" type="sibTrans" cxnId="{60AC55E9-1329-42C7-ADCD-5EA66CE19367}">
      <dgm:prSet/>
      <dgm:spPr/>
      <dgm:t>
        <a:bodyPr/>
        <a:lstStyle/>
        <a:p>
          <a:endParaRPr lang="en-US"/>
        </a:p>
      </dgm:t>
    </dgm:pt>
    <dgm:pt modelId="{687319B1-0B5B-43F0-ACE6-A30469093A81}">
      <dgm:prSet/>
      <dgm:spPr/>
      <dgm:t>
        <a:bodyPr/>
        <a:lstStyle/>
        <a:p>
          <a:r>
            <a:rPr lang="fr-FR" b="0" i="0" baseline="0"/>
            <a:t>Inscrivez-vous aux compétitions directement depuis l'app </a:t>
          </a:r>
          <a:endParaRPr lang="en-US"/>
        </a:p>
      </dgm:t>
    </dgm:pt>
    <dgm:pt modelId="{044DA94A-CF19-49B1-83B2-AE58B310A1DF}" type="parTrans" cxnId="{2187F577-64A3-489C-8FA3-69322CB78197}">
      <dgm:prSet/>
      <dgm:spPr/>
      <dgm:t>
        <a:bodyPr/>
        <a:lstStyle/>
        <a:p>
          <a:endParaRPr lang="en-US"/>
        </a:p>
      </dgm:t>
    </dgm:pt>
    <dgm:pt modelId="{A82CC531-10AC-488F-A2CB-BF05E4B61EFB}" type="sibTrans" cxnId="{2187F577-64A3-489C-8FA3-69322CB78197}">
      <dgm:prSet/>
      <dgm:spPr/>
      <dgm:t>
        <a:bodyPr/>
        <a:lstStyle/>
        <a:p>
          <a:endParaRPr lang="en-US"/>
        </a:p>
      </dgm:t>
    </dgm:pt>
    <dgm:pt modelId="{EE2D994B-2145-43CC-93F7-AF2E31E9F646}">
      <dgm:prSet/>
      <dgm:spPr/>
      <dgm:t>
        <a:bodyPr/>
        <a:lstStyle/>
        <a:p>
          <a:r>
            <a:rPr lang="fr-FR" b="0" i="0" baseline="0"/>
            <a:t>Recevez toutes les communications importantes </a:t>
          </a:r>
          <a:endParaRPr lang="en-US"/>
        </a:p>
      </dgm:t>
    </dgm:pt>
    <dgm:pt modelId="{86E882CF-9F06-4645-AC7B-099D2248E341}" type="parTrans" cxnId="{BFBE9012-FF72-4412-984D-717698103D5C}">
      <dgm:prSet/>
      <dgm:spPr/>
      <dgm:t>
        <a:bodyPr/>
        <a:lstStyle/>
        <a:p>
          <a:endParaRPr lang="en-US"/>
        </a:p>
      </dgm:t>
    </dgm:pt>
    <dgm:pt modelId="{082729CE-9505-4DED-9410-E2D5191E2460}" type="sibTrans" cxnId="{BFBE9012-FF72-4412-984D-717698103D5C}">
      <dgm:prSet/>
      <dgm:spPr/>
      <dgm:t>
        <a:bodyPr/>
        <a:lstStyle/>
        <a:p>
          <a:endParaRPr lang="en-US"/>
        </a:p>
      </dgm:t>
    </dgm:pt>
    <dgm:pt modelId="{BED95E37-BFD4-4A6F-B069-26B7570FB19C}" type="pres">
      <dgm:prSet presAssocID="{D3FFC831-CAFC-4CED-A774-A7824AC63486}" presName="linear" presStyleCnt="0">
        <dgm:presLayoutVars>
          <dgm:animLvl val="lvl"/>
          <dgm:resizeHandles val="exact"/>
        </dgm:presLayoutVars>
      </dgm:prSet>
      <dgm:spPr/>
    </dgm:pt>
    <dgm:pt modelId="{08902560-4A28-4A08-99AB-070837753835}" type="pres">
      <dgm:prSet presAssocID="{6FCD5665-7035-40B4-B5FE-364840FFBB29}" presName="parentText" presStyleLbl="node1" presStyleIdx="0" presStyleCnt="4">
        <dgm:presLayoutVars>
          <dgm:chMax val="0"/>
          <dgm:bulletEnabled val="1"/>
        </dgm:presLayoutVars>
      </dgm:prSet>
      <dgm:spPr/>
    </dgm:pt>
    <dgm:pt modelId="{D6DD1AAD-0C14-4D17-8BF6-5D98142139CB}" type="pres">
      <dgm:prSet presAssocID="{36E0E285-CA19-4D9A-B130-12E512404F68}" presName="spacer" presStyleCnt="0"/>
      <dgm:spPr/>
    </dgm:pt>
    <dgm:pt modelId="{1558F65C-2F94-4D04-91E8-94F39B1FAEF3}" type="pres">
      <dgm:prSet presAssocID="{6CA4418E-E082-48A3-A48C-480AB3245134}" presName="parentText" presStyleLbl="node1" presStyleIdx="1" presStyleCnt="4">
        <dgm:presLayoutVars>
          <dgm:chMax val="0"/>
          <dgm:bulletEnabled val="1"/>
        </dgm:presLayoutVars>
      </dgm:prSet>
      <dgm:spPr/>
    </dgm:pt>
    <dgm:pt modelId="{B0DDCE83-ABB4-4167-8D54-2CA766D163C1}" type="pres">
      <dgm:prSet presAssocID="{8EA1B5A4-1778-4333-ACFD-659705F111F8}" presName="spacer" presStyleCnt="0"/>
      <dgm:spPr/>
    </dgm:pt>
    <dgm:pt modelId="{FAC31612-2016-4A56-A6DC-514AC34C2C85}" type="pres">
      <dgm:prSet presAssocID="{687319B1-0B5B-43F0-ACE6-A30469093A81}" presName="parentText" presStyleLbl="node1" presStyleIdx="2" presStyleCnt="4">
        <dgm:presLayoutVars>
          <dgm:chMax val="0"/>
          <dgm:bulletEnabled val="1"/>
        </dgm:presLayoutVars>
      </dgm:prSet>
      <dgm:spPr/>
    </dgm:pt>
    <dgm:pt modelId="{5CED832B-4A2B-4029-8334-92D6AF1939AF}" type="pres">
      <dgm:prSet presAssocID="{A82CC531-10AC-488F-A2CB-BF05E4B61EFB}" presName="spacer" presStyleCnt="0"/>
      <dgm:spPr/>
    </dgm:pt>
    <dgm:pt modelId="{74FB3C3D-D0B9-446B-AEB5-87FA5F2C7CCE}" type="pres">
      <dgm:prSet presAssocID="{EE2D994B-2145-43CC-93F7-AF2E31E9F646}" presName="parentText" presStyleLbl="node1" presStyleIdx="3" presStyleCnt="4">
        <dgm:presLayoutVars>
          <dgm:chMax val="0"/>
          <dgm:bulletEnabled val="1"/>
        </dgm:presLayoutVars>
      </dgm:prSet>
      <dgm:spPr/>
    </dgm:pt>
  </dgm:ptLst>
  <dgm:cxnLst>
    <dgm:cxn modelId="{2E7CD600-5F89-4E05-B493-01022C44A875}" type="presOf" srcId="{687319B1-0B5B-43F0-ACE6-A30469093A81}" destId="{FAC31612-2016-4A56-A6DC-514AC34C2C85}" srcOrd="0" destOrd="0" presId="urn:microsoft.com/office/officeart/2005/8/layout/vList2"/>
    <dgm:cxn modelId="{BFBE9012-FF72-4412-984D-717698103D5C}" srcId="{D3FFC831-CAFC-4CED-A774-A7824AC63486}" destId="{EE2D994B-2145-43CC-93F7-AF2E31E9F646}" srcOrd="3" destOrd="0" parTransId="{86E882CF-9F06-4645-AC7B-099D2248E341}" sibTransId="{082729CE-9505-4DED-9410-E2D5191E2460}"/>
    <dgm:cxn modelId="{1FDCA225-2000-4905-9F16-754A100A0F47}" type="presOf" srcId="{6CA4418E-E082-48A3-A48C-480AB3245134}" destId="{1558F65C-2F94-4D04-91E8-94F39B1FAEF3}" srcOrd="0" destOrd="0" presId="urn:microsoft.com/office/officeart/2005/8/layout/vList2"/>
    <dgm:cxn modelId="{46DE924C-17BA-4C6A-B448-E9727A1CAFAB}" type="presOf" srcId="{D3FFC831-CAFC-4CED-A774-A7824AC63486}" destId="{BED95E37-BFD4-4A6F-B069-26B7570FB19C}" srcOrd="0" destOrd="0" presId="urn:microsoft.com/office/officeart/2005/8/layout/vList2"/>
    <dgm:cxn modelId="{2187F577-64A3-489C-8FA3-69322CB78197}" srcId="{D3FFC831-CAFC-4CED-A774-A7824AC63486}" destId="{687319B1-0B5B-43F0-ACE6-A30469093A81}" srcOrd="2" destOrd="0" parTransId="{044DA94A-CF19-49B1-83B2-AE58B310A1DF}" sibTransId="{A82CC531-10AC-488F-A2CB-BF05E4B61EFB}"/>
    <dgm:cxn modelId="{4290127E-CACC-469B-A2DD-C7593B5CE148}" type="presOf" srcId="{EE2D994B-2145-43CC-93F7-AF2E31E9F646}" destId="{74FB3C3D-D0B9-446B-AEB5-87FA5F2C7CCE}" srcOrd="0" destOrd="0" presId="urn:microsoft.com/office/officeart/2005/8/layout/vList2"/>
    <dgm:cxn modelId="{65889AA4-A3C7-4AE3-8880-80AE23586003}" type="presOf" srcId="{6FCD5665-7035-40B4-B5FE-364840FFBB29}" destId="{08902560-4A28-4A08-99AB-070837753835}" srcOrd="0" destOrd="0" presId="urn:microsoft.com/office/officeart/2005/8/layout/vList2"/>
    <dgm:cxn modelId="{AA5332E0-32B3-4DA2-8913-91084CB78D34}" srcId="{D3FFC831-CAFC-4CED-A774-A7824AC63486}" destId="{6FCD5665-7035-40B4-B5FE-364840FFBB29}" srcOrd="0" destOrd="0" parTransId="{53A310F2-DF9C-4384-825B-1858EC73E2E0}" sibTransId="{36E0E285-CA19-4D9A-B130-12E512404F68}"/>
    <dgm:cxn modelId="{60AC55E9-1329-42C7-ADCD-5EA66CE19367}" srcId="{D3FFC831-CAFC-4CED-A774-A7824AC63486}" destId="{6CA4418E-E082-48A3-A48C-480AB3245134}" srcOrd="1" destOrd="0" parTransId="{4D3F152F-E781-4BA9-A918-27D4D66747A3}" sibTransId="{8EA1B5A4-1778-4333-ACFD-659705F111F8}"/>
    <dgm:cxn modelId="{DC127C10-33B5-48C7-BCA1-EFA2523EA2E1}" type="presParOf" srcId="{BED95E37-BFD4-4A6F-B069-26B7570FB19C}" destId="{08902560-4A28-4A08-99AB-070837753835}" srcOrd="0" destOrd="0" presId="urn:microsoft.com/office/officeart/2005/8/layout/vList2"/>
    <dgm:cxn modelId="{6EFA6EF4-547A-4880-9323-9D148E60A6D2}" type="presParOf" srcId="{BED95E37-BFD4-4A6F-B069-26B7570FB19C}" destId="{D6DD1AAD-0C14-4D17-8BF6-5D98142139CB}" srcOrd="1" destOrd="0" presId="urn:microsoft.com/office/officeart/2005/8/layout/vList2"/>
    <dgm:cxn modelId="{E03569AB-4EE7-45BB-84C9-D1F5EC644CDB}" type="presParOf" srcId="{BED95E37-BFD4-4A6F-B069-26B7570FB19C}" destId="{1558F65C-2F94-4D04-91E8-94F39B1FAEF3}" srcOrd="2" destOrd="0" presId="urn:microsoft.com/office/officeart/2005/8/layout/vList2"/>
    <dgm:cxn modelId="{3475CC0E-C857-4D32-9D98-9BA60769A215}" type="presParOf" srcId="{BED95E37-BFD4-4A6F-B069-26B7570FB19C}" destId="{B0DDCE83-ABB4-4167-8D54-2CA766D163C1}" srcOrd="3" destOrd="0" presId="urn:microsoft.com/office/officeart/2005/8/layout/vList2"/>
    <dgm:cxn modelId="{CC6B01BC-3DC3-43CB-ADCA-FEED93CEA23F}" type="presParOf" srcId="{BED95E37-BFD4-4A6F-B069-26B7570FB19C}" destId="{FAC31612-2016-4A56-A6DC-514AC34C2C85}" srcOrd="4" destOrd="0" presId="urn:microsoft.com/office/officeart/2005/8/layout/vList2"/>
    <dgm:cxn modelId="{2E2AA5A6-BB9E-4A89-BC20-3DACE253BE07}" type="presParOf" srcId="{BED95E37-BFD4-4A6F-B069-26B7570FB19C}" destId="{5CED832B-4A2B-4029-8334-92D6AF1939AF}" srcOrd="5" destOrd="0" presId="urn:microsoft.com/office/officeart/2005/8/layout/vList2"/>
    <dgm:cxn modelId="{EF4CBD96-5198-48C3-90BB-AF37C16B2AEA}" type="presParOf" srcId="{BED95E37-BFD4-4A6F-B069-26B7570FB19C}" destId="{74FB3C3D-D0B9-446B-AEB5-87FA5F2C7CC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A239064-56B2-45CB-B159-C55EDEFAB2E1}"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D1B6E1E8-F1FF-40AD-BD03-D37921D3BDF5}">
      <dgm:prSet/>
      <dgm:spPr/>
      <dgm:t>
        <a:bodyPr/>
        <a:lstStyle/>
        <a:p>
          <a:r>
            <a:rPr lang="fr-FR" b="0" i="0" baseline="0"/>
            <a:t>Connectez-vous avec d'autres pratiquants </a:t>
          </a:r>
          <a:endParaRPr lang="en-US"/>
        </a:p>
      </dgm:t>
    </dgm:pt>
    <dgm:pt modelId="{FE4FE417-5CB4-4C9A-99F0-C64B443EFD38}" type="parTrans" cxnId="{7A00BCF2-2D5F-4006-B6C2-8FB22AB815D8}">
      <dgm:prSet/>
      <dgm:spPr/>
      <dgm:t>
        <a:bodyPr/>
        <a:lstStyle/>
        <a:p>
          <a:endParaRPr lang="en-US"/>
        </a:p>
      </dgm:t>
    </dgm:pt>
    <dgm:pt modelId="{442031D9-E118-4B3A-BF67-1993A0E90D82}" type="sibTrans" cxnId="{7A00BCF2-2D5F-4006-B6C2-8FB22AB815D8}">
      <dgm:prSet/>
      <dgm:spPr/>
      <dgm:t>
        <a:bodyPr/>
        <a:lstStyle/>
        <a:p>
          <a:endParaRPr lang="en-US"/>
        </a:p>
      </dgm:t>
    </dgm:pt>
    <dgm:pt modelId="{2FA4B6BD-600F-420D-B22C-F5E004AFC673}">
      <dgm:prSet/>
      <dgm:spPr/>
      <dgm:t>
        <a:bodyPr/>
        <a:lstStyle/>
        <a:p>
          <a:r>
            <a:rPr lang="fr-FR" b="0" i="0" baseline="0"/>
            <a:t>Partagez vos expériences et progressions </a:t>
          </a:r>
          <a:endParaRPr lang="en-US"/>
        </a:p>
      </dgm:t>
    </dgm:pt>
    <dgm:pt modelId="{F7E80E95-47F0-4D03-B8FA-1B7662A7E64B}" type="parTrans" cxnId="{4C9452E4-9DE5-4E79-AEE7-5142B3166D33}">
      <dgm:prSet/>
      <dgm:spPr/>
      <dgm:t>
        <a:bodyPr/>
        <a:lstStyle/>
        <a:p>
          <a:endParaRPr lang="en-US"/>
        </a:p>
      </dgm:t>
    </dgm:pt>
    <dgm:pt modelId="{40890507-E5B6-46FB-B2A5-F117C819CA51}" type="sibTrans" cxnId="{4C9452E4-9DE5-4E79-AEE7-5142B3166D33}">
      <dgm:prSet/>
      <dgm:spPr/>
      <dgm:t>
        <a:bodyPr/>
        <a:lstStyle/>
        <a:p>
          <a:endParaRPr lang="en-US"/>
        </a:p>
      </dgm:t>
    </dgm:pt>
    <dgm:pt modelId="{BA6C87C9-CB8D-402F-8473-E893C2C091AB}">
      <dgm:prSet/>
      <dgm:spPr/>
      <dgm:t>
        <a:bodyPr/>
        <a:lstStyle/>
        <a:p>
          <a:r>
            <a:rPr lang="fr-FR" b="0" i="0" baseline="0"/>
            <a:t>Découvrez les événements à venir </a:t>
          </a:r>
          <a:endParaRPr lang="en-US"/>
        </a:p>
      </dgm:t>
    </dgm:pt>
    <dgm:pt modelId="{9674999E-F771-4317-A85A-B2AEC3836441}" type="parTrans" cxnId="{539D1192-EF32-4BA8-9851-823D804104AE}">
      <dgm:prSet/>
      <dgm:spPr/>
      <dgm:t>
        <a:bodyPr/>
        <a:lstStyle/>
        <a:p>
          <a:endParaRPr lang="en-US"/>
        </a:p>
      </dgm:t>
    </dgm:pt>
    <dgm:pt modelId="{3595E9BE-615A-45AD-99C4-74C78072ED8F}" type="sibTrans" cxnId="{539D1192-EF32-4BA8-9851-823D804104AE}">
      <dgm:prSet/>
      <dgm:spPr/>
      <dgm:t>
        <a:bodyPr/>
        <a:lstStyle/>
        <a:p>
          <a:endParaRPr lang="en-US"/>
        </a:p>
      </dgm:t>
    </dgm:pt>
    <dgm:pt modelId="{9EE30B8E-9C40-4A87-B55B-08D29C1324E5}">
      <dgm:prSet/>
      <dgm:spPr/>
      <dgm:t>
        <a:bodyPr/>
        <a:lstStyle/>
        <a:p>
          <a:r>
            <a:rPr lang="fr-FR" b="0" i="0" baseline="0"/>
            <a:t>Accédez à du contenu exclusif de votre discipline </a:t>
          </a:r>
          <a:endParaRPr lang="en-US"/>
        </a:p>
      </dgm:t>
    </dgm:pt>
    <dgm:pt modelId="{B0A12366-F313-4B1E-91B7-B95855BFCFA4}" type="parTrans" cxnId="{ABE320C1-A6CB-4BC2-AEA0-ED4CACBC5A24}">
      <dgm:prSet/>
      <dgm:spPr/>
      <dgm:t>
        <a:bodyPr/>
        <a:lstStyle/>
        <a:p>
          <a:endParaRPr lang="en-US"/>
        </a:p>
      </dgm:t>
    </dgm:pt>
    <dgm:pt modelId="{5B579A49-574B-47C1-A33E-DCD728529D47}" type="sibTrans" cxnId="{ABE320C1-A6CB-4BC2-AEA0-ED4CACBC5A24}">
      <dgm:prSet/>
      <dgm:spPr/>
      <dgm:t>
        <a:bodyPr/>
        <a:lstStyle/>
        <a:p>
          <a:endParaRPr lang="en-US"/>
        </a:p>
      </dgm:t>
    </dgm:pt>
    <dgm:pt modelId="{83CD77CE-2F2C-47AF-B769-6CDD88DB63EC}" type="pres">
      <dgm:prSet presAssocID="{2A239064-56B2-45CB-B159-C55EDEFAB2E1}" presName="root" presStyleCnt="0">
        <dgm:presLayoutVars>
          <dgm:dir/>
          <dgm:resizeHandles val="exact"/>
        </dgm:presLayoutVars>
      </dgm:prSet>
      <dgm:spPr/>
    </dgm:pt>
    <dgm:pt modelId="{F54778FD-DD92-4C1A-ACC8-B8D3B09F5118}" type="pres">
      <dgm:prSet presAssocID="{D1B6E1E8-F1FF-40AD-BD03-D37921D3BDF5}" presName="compNode" presStyleCnt="0"/>
      <dgm:spPr/>
    </dgm:pt>
    <dgm:pt modelId="{E4228CB5-C70B-44E9-A6CD-1D99C5842C58}" type="pres">
      <dgm:prSet presAssocID="{D1B6E1E8-F1FF-40AD-BD03-D37921D3BDF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nexions"/>
        </a:ext>
      </dgm:extLst>
    </dgm:pt>
    <dgm:pt modelId="{8021F511-9B84-4DD1-BA9D-465F4DB779B3}" type="pres">
      <dgm:prSet presAssocID="{D1B6E1E8-F1FF-40AD-BD03-D37921D3BDF5}" presName="spaceRect" presStyleCnt="0"/>
      <dgm:spPr/>
    </dgm:pt>
    <dgm:pt modelId="{C0D08652-7911-4909-B095-A13099846640}" type="pres">
      <dgm:prSet presAssocID="{D1B6E1E8-F1FF-40AD-BD03-D37921D3BDF5}" presName="textRect" presStyleLbl="revTx" presStyleIdx="0" presStyleCnt="4">
        <dgm:presLayoutVars>
          <dgm:chMax val="1"/>
          <dgm:chPref val="1"/>
        </dgm:presLayoutVars>
      </dgm:prSet>
      <dgm:spPr/>
    </dgm:pt>
    <dgm:pt modelId="{A7506D7F-5435-4A6F-AF67-A83389CC7F48}" type="pres">
      <dgm:prSet presAssocID="{442031D9-E118-4B3A-BF67-1993A0E90D82}" presName="sibTrans" presStyleCnt="0"/>
      <dgm:spPr/>
    </dgm:pt>
    <dgm:pt modelId="{1B152CFD-7C2C-4C8F-B9F9-4E8DEA3084F0}" type="pres">
      <dgm:prSet presAssocID="{2FA4B6BD-600F-420D-B22C-F5E004AFC673}" presName="compNode" presStyleCnt="0"/>
      <dgm:spPr/>
    </dgm:pt>
    <dgm:pt modelId="{EF2E1D53-AB10-49D2-9DBA-D592325B7138}" type="pres">
      <dgm:prSet presAssocID="{2FA4B6BD-600F-420D-B22C-F5E004AFC67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ole"/>
        </a:ext>
      </dgm:extLst>
    </dgm:pt>
    <dgm:pt modelId="{710C0035-299D-49D4-973B-2C77E509D97F}" type="pres">
      <dgm:prSet presAssocID="{2FA4B6BD-600F-420D-B22C-F5E004AFC673}" presName="spaceRect" presStyleCnt="0"/>
      <dgm:spPr/>
    </dgm:pt>
    <dgm:pt modelId="{53FF8C9C-F7D8-4F4D-BB2B-2986F4E81675}" type="pres">
      <dgm:prSet presAssocID="{2FA4B6BD-600F-420D-B22C-F5E004AFC673}" presName="textRect" presStyleLbl="revTx" presStyleIdx="1" presStyleCnt="4">
        <dgm:presLayoutVars>
          <dgm:chMax val="1"/>
          <dgm:chPref val="1"/>
        </dgm:presLayoutVars>
      </dgm:prSet>
      <dgm:spPr/>
    </dgm:pt>
    <dgm:pt modelId="{77C2A677-04E9-4BFB-87E3-FC4ED9868EBF}" type="pres">
      <dgm:prSet presAssocID="{40890507-E5B6-46FB-B2A5-F117C819CA51}" presName="sibTrans" presStyleCnt="0"/>
      <dgm:spPr/>
    </dgm:pt>
    <dgm:pt modelId="{ADC41A98-CE5C-4046-A5D2-1180B04E3235}" type="pres">
      <dgm:prSet presAssocID="{BA6C87C9-CB8D-402F-8473-E893C2C091AB}" presName="compNode" presStyleCnt="0"/>
      <dgm:spPr/>
    </dgm:pt>
    <dgm:pt modelId="{E3741283-FAF3-4428-9D4F-DB801F7AC6D0}" type="pres">
      <dgm:prSet presAssocID="{BA6C87C9-CB8D-402F-8473-E893C2C091A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thédrale"/>
        </a:ext>
      </dgm:extLst>
    </dgm:pt>
    <dgm:pt modelId="{BCA78B1A-A694-4221-864E-F0F9A4771443}" type="pres">
      <dgm:prSet presAssocID="{BA6C87C9-CB8D-402F-8473-E893C2C091AB}" presName="spaceRect" presStyleCnt="0"/>
      <dgm:spPr/>
    </dgm:pt>
    <dgm:pt modelId="{4761AF63-8960-45C5-9135-071A068A7C3D}" type="pres">
      <dgm:prSet presAssocID="{BA6C87C9-CB8D-402F-8473-E893C2C091AB}" presName="textRect" presStyleLbl="revTx" presStyleIdx="2" presStyleCnt="4">
        <dgm:presLayoutVars>
          <dgm:chMax val="1"/>
          <dgm:chPref val="1"/>
        </dgm:presLayoutVars>
      </dgm:prSet>
      <dgm:spPr/>
    </dgm:pt>
    <dgm:pt modelId="{48D246CE-A30C-4446-9BA8-0E86ADE5BAD0}" type="pres">
      <dgm:prSet presAssocID="{3595E9BE-615A-45AD-99C4-74C78072ED8F}" presName="sibTrans" presStyleCnt="0"/>
      <dgm:spPr/>
    </dgm:pt>
    <dgm:pt modelId="{AF4C30F1-DA7B-478B-B287-BDF4E6D4FDC6}" type="pres">
      <dgm:prSet presAssocID="{9EE30B8E-9C40-4A87-B55B-08D29C1324E5}" presName="compNode" presStyleCnt="0"/>
      <dgm:spPr/>
    </dgm:pt>
    <dgm:pt modelId="{1C00C1EF-2909-4D69-A7CE-40D90DB0A01B}" type="pres">
      <dgm:prSet presAssocID="{9EE30B8E-9C40-4A87-B55B-08D29C1324E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17953AAD-BF5C-4ABE-B8B0-E29D9474A8BF}" type="pres">
      <dgm:prSet presAssocID="{9EE30B8E-9C40-4A87-B55B-08D29C1324E5}" presName="spaceRect" presStyleCnt="0"/>
      <dgm:spPr/>
    </dgm:pt>
    <dgm:pt modelId="{3C3F0CA4-DED2-49B2-B3E1-FF8A91BF2684}" type="pres">
      <dgm:prSet presAssocID="{9EE30B8E-9C40-4A87-B55B-08D29C1324E5}" presName="textRect" presStyleLbl="revTx" presStyleIdx="3" presStyleCnt="4">
        <dgm:presLayoutVars>
          <dgm:chMax val="1"/>
          <dgm:chPref val="1"/>
        </dgm:presLayoutVars>
      </dgm:prSet>
      <dgm:spPr/>
    </dgm:pt>
  </dgm:ptLst>
  <dgm:cxnLst>
    <dgm:cxn modelId="{6C8C0B10-F8C1-487A-B29D-9016C229073B}" type="presOf" srcId="{9EE30B8E-9C40-4A87-B55B-08D29C1324E5}" destId="{3C3F0CA4-DED2-49B2-B3E1-FF8A91BF2684}" srcOrd="0" destOrd="0" presId="urn:microsoft.com/office/officeart/2018/2/layout/IconLabelList"/>
    <dgm:cxn modelId="{CBD0795A-F960-455A-A558-739B2252D706}" type="presOf" srcId="{2A239064-56B2-45CB-B159-C55EDEFAB2E1}" destId="{83CD77CE-2F2C-47AF-B769-6CDD88DB63EC}" srcOrd="0" destOrd="0" presId="urn:microsoft.com/office/officeart/2018/2/layout/IconLabelList"/>
    <dgm:cxn modelId="{539D1192-EF32-4BA8-9851-823D804104AE}" srcId="{2A239064-56B2-45CB-B159-C55EDEFAB2E1}" destId="{BA6C87C9-CB8D-402F-8473-E893C2C091AB}" srcOrd="2" destOrd="0" parTransId="{9674999E-F771-4317-A85A-B2AEC3836441}" sibTransId="{3595E9BE-615A-45AD-99C4-74C78072ED8F}"/>
    <dgm:cxn modelId="{F6B9D2AA-7667-429B-B418-EFACA56E12AB}" type="presOf" srcId="{2FA4B6BD-600F-420D-B22C-F5E004AFC673}" destId="{53FF8C9C-F7D8-4F4D-BB2B-2986F4E81675}" srcOrd="0" destOrd="0" presId="urn:microsoft.com/office/officeart/2018/2/layout/IconLabelList"/>
    <dgm:cxn modelId="{ABE320C1-A6CB-4BC2-AEA0-ED4CACBC5A24}" srcId="{2A239064-56B2-45CB-B159-C55EDEFAB2E1}" destId="{9EE30B8E-9C40-4A87-B55B-08D29C1324E5}" srcOrd="3" destOrd="0" parTransId="{B0A12366-F313-4B1E-91B7-B95855BFCFA4}" sibTransId="{5B579A49-574B-47C1-A33E-DCD728529D47}"/>
    <dgm:cxn modelId="{601EDFD2-5A6F-44D9-9EA3-DB97086F90F8}" type="presOf" srcId="{BA6C87C9-CB8D-402F-8473-E893C2C091AB}" destId="{4761AF63-8960-45C5-9135-071A068A7C3D}" srcOrd="0" destOrd="0" presId="urn:microsoft.com/office/officeart/2018/2/layout/IconLabelList"/>
    <dgm:cxn modelId="{4C9452E4-9DE5-4E79-AEE7-5142B3166D33}" srcId="{2A239064-56B2-45CB-B159-C55EDEFAB2E1}" destId="{2FA4B6BD-600F-420D-B22C-F5E004AFC673}" srcOrd="1" destOrd="0" parTransId="{F7E80E95-47F0-4D03-B8FA-1B7662A7E64B}" sibTransId="{40890507-E5B6-46FB-B2A5-F117C819CA51}"/>
    <dgm:cxn modelId="{7A00BCF2-2D5F-4006-B6C2-8FB22AB815D8}" srcId="{2A239064-56B2-45CB-B159-C55EDEFAB2E1}" destId="{D1B6E1E8-F1FF-40AD-BD03-D37921D3BDF5}" srcOrd="0" destOrd="0" parTransId="{FE4FE417-5CB4-4C9A-99F0-C64B443EFD38}" sibTransId="{442031D9-E118-4B3A-BF67-1993A0E90D82}"/>
    <dgm:cxn modelId="{7539DFFC-0445-4462-A462-199A86FB5991}" type="presOf" srcId="{D1B6E1E8-F1FF-40AD-BD03-D37921D3BDF5}" destId="{C0D08652-7911-4909-B095-A13099846640}" srcOrd="0" destOrd="0" presId="urn:microsoft.com/office/officeart/2018/2/layout/IconLabelList"/>
    <dgm:cxn modelId="{6EDD9FE4-E33B-4827-BDF7-44039859D25F}" type="presParOf" srcId="{83CD77CE-2F2C-47AF-B769-6CDD88DB63EC}" destId="{F54778FD-DD92-4C1A-ACC8-B8D3B09F5118}" srcOrd="0" destOrd="0" presId="urn:microsoft.com/office/officeart/2018/2/layout/IconLabelList"/>
    <dgm:cxn modelId="{ABD35134-BF04-4C25-80C9-0383479C3EB9}" type="presParOf" srcId="{F54778FD-DD92-4C1A-ACC8-B8D3B09F5118}" destId="{E4228CB5-C70B-44E9-A6CD-1D99C5842C58}" srcOrd="0" destOrd="0" presId="urn:microsoft.com/office/officeart/2018/2/layout/IconLabelList"/>
    <dgm:cxn modelId="{7EFD0089-9B43-4257-BF13-CF2300243D18}" type="presParOf" srcId="{F54778FD-DD92-4C1A-ACC8-B8D3B09F5118}" destId="{8021F511-9B84-4DD1-BA9D-465F4DB779B3}" srcOrd="1" destOrd="0" presId="urn:microsoft.com/office/officeart/2018/2/layout/IconLabelList"/>
    <dgm:cxn modelId="{19A81CEA-ED36-455C-8BE4-3826B9F4313B}" type="presParOf" srcId="{F54778FD-DD92-4C1A-ACC8-B8D3B09F5118}" destId="{C0D08652-7911-4909-B095-A13099846640}" srcOrd="2" destOrd="0" presId="urn:microsoft.com/office/officeart/2018/2/layout/IconLabelList"/>
    <dgm:cxn modelId="{01592636-7253-412D-9276-C3D149747292}" type="presParOf" srcId="{83CD77CE-2F2C-47AF-B769-6CDD88DB63EC}" destId="{A7506D7F-5435-4A6F-AF67-A83389CC7F48}" srcOrd="1" destOrd="0" presId="urn:microsoft.com/office/officeart/2018/2/layout/IconLabelList"/>
    <dgm:cxn modelId="{1A48DE9E-59C5-4DC0-80AF-11D4987ECF17}" type="presParOf" srcId="{83CD77CE-2F2C-47AF-B769-6CDD88DB63EC}" destId="{1B152CFD-7C2C-4C8F-B9F9-4E8DEA3084F0}" srcOrd="2" destOrd="0" presId="urn:microsoft.com/office/officeart/2018/2/layout/IconLabelList"/>
    <dgm:cxn modelId="{0047858C-15F1-43BF-B9AC-DEFAB9E9F0D3}" type="presParOf" srcId="{1B152CFD-7C2C-4C8F-B9F9-4E8DEA3084F0}" destId="{EF2E1D53-AB10-49D2-9DBA-D592325B7138}" srcOrd="0" destOrd="0" presId="urn:microsoft.com/office/officeart/2018/2/layout/IconLabelList"/>
    <dgm:cxn modelId="{4D0C7045-72B2-44B1-87D2-8A1345DC1839}" type="presParOf" srcId="{1B152CFD-7C2C-4C8F-B9F9-4E8DEA3084F0}" destId="{710C0035-299D-49D4-973B-2C77E509D97F}" srcOrd="1" destOrd="0" presId="urn:microsoft.com/office/officeart/2018/2/layout/IconLabelList"/>
    <dgm:cxn modelId="{1684B620-5F61-434A-9979-0AFE2E71EE05}" type="presParOf" srcId="{1B152CFD-7C2C-4C8F-B9F9-4E8DEA3084F0}" destId="{53FF8C9C-F7D8-4F4D-BB2B-2986F4E81675}" srcOrd="2" destOrd="0" presId="urn:microsoft.com/office/officeart/2018/2/layout/IconLabelList"/>
    <dgm:cxn modelId="{2A99B836-33C7-408F-82E5-FED16C91C828}" type="presParOf" srcId="{83CD77CE-2F2C-47AF-B769-6CDD88DB63EC}" destId="{77C2A677-04E9-4BFB-87E3-FC4ED9868EBF}" srcOrd="3" destOrd="0" presId="urn:microsoft.com/office/officeart/2018/2/layout/IconLabelList"/>
    <dgm:cxn modelId="{B60DBEA5-FC83-4C58-A3CC-A1D4F9769E29}" type="presParOf" srcId="{83CD77CE-2F2C-47AF-B769-6CDD88DB63EC}" destId="{ADC41A98-CE5C-4046-A5D2-1180B04E3235}" srcOrd="4" destOrd="0" presId="urn:microsoft.com/office/officeart/2018/2/layout/IconLabelList"/>
    <dgm:cxn modelId="{F56567CD-C8E1-480A-95A5-E20F6B9358DB}" type="presParOf" srcId="{ADC41A98-CE5C-4046-A5D2-1180B04E3235}" destId="{E3741283-FAF3-4428-9D4F-DB801F7AC6D0}" srcOrd="0" destOrd="0" presId="urn:microsoft.com/office/officeart/2018/2/layout/IconLabelList"/>
    <dgm:cxn modelId="{1EAE4392-8D6C-43D3-A946-50938AA42EB0}" type="presParOf" srcId="{ADC41A98-CE5C-4046-A5D2-1180B04E3235}" destId="{BCA78B1A-A694-4221-864E-F0F9A4771443}" srcOrd="1" destOrd="0" presId="urn:microsoft.com/office/officeart/2018/2/layout/IconLabelList"/>
    <dgm:cxn modelId="{9C7F4B37-D812-480E-8A85-34E39F04D131}" type="presParOf" srcId="{ADC41A98-CE5C-4046-A5D2-1180B04E3235}" destId="{4761AF63-8960-45C5-9135-071A068A7C3D}" srcOrd="2" destOrd="0" presId="urn:microsoft.com/office/officeart/2018/2/layout/IconLabelList"/>
    <dgm:cxn modelId="{37CFF1B1-44E5-447A-8E99-1D4D8621B040}" type="presParOf" srcId="{83CD77CE-2F2C-47AF-B769-6CDD88DB63EC}" destId="{48D246CE-A30C-4446-9BA8-0E86ADE5BAD0}" srcOrd="5" destOrd="0" presId="urn:microsoft.com/office/officeart/2018/2/layout/IconLabelList"/>
    <dgm:cxn modelId="{47B6299E-19A4-40AA-BB2F-291C843B0A1C}" type="presParOf" srcId="{83CD77CE-2F2C-47AF-B769-6CDD88DB63EC}" destId="{AF4C30F1-DA7B-478B-B287-BDF4E6D4FDC6}" srcOrd="6" destOrd="0" presId="urn:microsoft.com/office/officeart/2018/2/layout/IconLabelList"/>
    <dgm:cxn modelId="{E09EF9CA-6E00-48EB-9383-1B5F8149F3D5}" type="presParOf" srcId="{AF4C30F1-DA7B-478B-B287-BDF4E6D4FDC6}" destId="{1C00C1EF-2909-4D69-A7CE-40D90DB0A01B}" srcOrd="0" destOrd="0" presId="urn:microsoft.com/office/officeart/2018/2/layout/IconLabelList"/>
    <dgm:cxn modelId="{65335E14-53FC-47E8-9009-CA58DA0E0539}" type="presParOf" srcId="{AF4C30F1-DA7B-478B-B287-BDF4E6D4FDC6}" destId="{17953AAD-BF5C-4ABE-B8B0-E29D9474A8BF}" srcOrd="1" destOrd="0" presId="urn:microsoft.com/office/officeart/2018/2/layout/IconLabelList"/>
    <dgm:cxn modelId="{160FDD4F-5FAA-442C-B8F1-628A8B78A8A1}" type="presParOf" srcId="{AF4C30F1-DA7B-478B-B287-BDF4E6D4FDC6}" destId="{3C3F0CA4-DED2-49B2-B3E1-FF8A91BF268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C5303F0F-078B-4402-9B63-55F10A35C900}"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BBAF76AA-5770-44E5-91BB-31E001015D10}">
      <dgm:prSet/>
      <dgm:spPr/>
      <dgm:t>
        <a:bodyPr/>
        <a:lstStyle/>
        <a:p>
          <a:r>
            <a:rPr lang="fr-BE"/>
            <a:t>MartialComp s'adapte parfaitement à votre art martial, quelle que soit sa spécificité :</a:t>
          </a:r>
          <a:endParaRPr lang="en-US"/>
        </a:p>
      </dgm:t>
    </dgm:pt>
    <dgm:pt modelId="{C3A8EF1B-4603-4680-99A5-544328F1EDF3}" type="parTrans" cxnId="{1DA7FC1F-4929-4D6F-AA66-406EFE5C47C3}">
      <dgm:prSet/>
      <dgm:spPr/>
      <dgm:t>
        <a:bodyPr/>
        <a:lstStyle/>
        <a:p>
          <a:endParaRPr lang="en-US"/>
        </a:p>
      </dgm:t>
    </dgm:pt>
    <dgm:pt modelId="{A2CE2CA0-D3C7-407F-BABA-0100B6C28733}" type="sibTrans" cxnId="{1DA7FC1F-4929-4D6F-AA66-406EFE5C47C3}">
      <dgm:prSet/>
      <dgm:spPr/>
      <dgm:t>
        <a:bodyPr/>
        <a:lstStyle/>
        <a:p>
          <a:endParaRPr lang="en-US"/>
        </a:p>
      </dgm:t>
    </dgm:pt>
    <dgm:pt modelId="{FE9C2C7B-5C37-46E8-91E5-9F339F31C7B8}">
      <dgm:prSet/>
      <dgm:spPr/>
      <dgm:t>
        <a:bodyPr/>
        <a:lstStyle/>
        <a:p>
          <a:r>
            <a:rPr lang="fr-BE" b="1"/>
            <a:t>Arts martiaux japonais</a:t>
          </a:r>
          <a:r>
            <a:rPr lang="fr-BE"/>
            <a:t> : Karaté, Judo, Aikido, Kendo...</a:t>
          </a:r>
          <a:endParaRPr lang="en-US"/>
        </a:p>
      </dgm:t>
    </dgm:pt>
    <dgm:pt modelId="{1D3E7BB1-C682-4E5B-80F1-90D54D8B88E1}" type="parTrans" cxnId="{57A8E4DF-1EC9-45ED-8F33-BBC916D466F6}">
      <dgm:prSet/>
      <dgm:spPr/>
      <dgm:t>
        <a:bodyPr/>
        <a:lstStyle/>
        <a:p>
          <a:endParaRPr lang="en-US"/>
        </a:p>
      </dgm:t>
    </dgm:pt>
    <dgm:pt modelId="{DE71B34B-C2FB-47BD-95F2-887323C16573}" type="sibTrans" cxnId="{57A8E4DF-1EC9-45ED-8F33-BBC916D466F6}">
      <dgm:prSet/>
      <dgm:spPr/>
      <dgm:t>
        <a:bodyPr/>
        <a:lstStyle/>
        <a:p>
          <a:endParaRPr lang="en-US"/>
        </a:p>
      </dgm:t>
    </dgm:pt>
    <dgm:pt modelId="{7226F076-1D44-4193-9F13-42DFF347D38F}">
      <dgm:prSet/>
      <dgm:spPr/>
      <dgm:t>
        <a:bodyPr/>
        <a:lstStyle/>
        <a:p>
          <a:r>
            <a:rPr lang="fr-BE" b="1"/>
            <a:t>Arts martiaux chinois</a:t>
          </a:r>
          <a:r>
            <a:rPr lang="fr-BE"/>
            <a:t> : Kung Fu, Qwan Ki Do,Tai Chi, Wing Chun...</a:t>
          </a:r>
          <a:endParaRPr lang="en-US"/>
        </a:p>
      </dgm:t>
    </dgm:pt>
    <dgm:pt modelId="{0526FECC-8193-4C2C-A6EF-07B84DB07BA7}" type="parTrans" cxnId="{9DAA258F-6CE0-428B-91C8-477699911178}">
      <dgm:prSet/>
      <dgm:spPr/>
      <dgm:t>
        <a:bodyPr/>
        <a:lstStyle/>
        <a:p>
          <a:endParaRPr lang="en-US"/>
        </a:p>
      </dgm:t>
    </dgm:pt>
    <dgm:pt modelId="{BB73E286-9AEF-416C-8F41-F67722E15B0C}" type="sibTrans" cxnId="{9DAA258F-6CE0-428B-91C8-477699911178}">
      <dgm:prSet/>
      <dgm:spPr/>
      <dgm:t>
        <a:bodyPr/>
        <a:lstStyle/>
        <a:p>
          <a:endParaRPr lang="en-US"/>
        </a:p>
      </dgm:t>
    </dgm:pt>
    <dgm:pt modelId="{24C0BC5E-2EA7-4314-9448-CC5395AB2CC5}">
      <dgm:prSet/>
      <dgm:spPr/>
      <dgm:t>
        <a:bodyPr/>
        <a:lstStyle/>
        <a:p>
          <a:r>
            <a:rPr lang="fr-BE" b="1"/>
            <a:t>Arts martiaux coréens</a:t>
          </a:r>
          <a:r>
            <a:rPr lang="fr-BE"/>
            <a:t> : Taekwondo, Hapkido, Tang Soo Do...</a:t>
          </a:r>
          <a:endParaRPr lang="en-US"/>
        </a:p>
      </dgm:t>
    </dgm:pt>
    <dgm:pt modelId="{B1363D56-300A-4E49-831B-33692EF9C1A0}" type="parTrans" cxnId="{A088A05D-44BE-4DF4-9DC5-653B75F1F27B}">
      <dgm:prSet/>
      <dgm:spPr/>
      <dgm:t>
        <a:bodyPr/>
        <a:lstStyle/>
        <a:p>
          <a:endParaRPr lang="en-US"/>
        </a:p>
      </dgm:t>
    </dgm:pt>
    <dgm:pt modelId="{B8FD4561-9EEA-45C3-A930-24942EB7C563}" type="sibTrans" cxnId="{A088A05D-44BE-4DF4-9DC5-653B75F1F27B}">
      <dgm:prSet/>
      <dgm:spPr/>
      <dgm:t>
        <a:bodyPr/>
        <a:lstStyle/>
        <a:p>
          <a:endParaRPr lang="en-US"/>
        </a:p>
      </dgm:t>
    </dgm:pt>
    <dgm:pt modelId="{0E161B34-8B7A-462F-A8F7-C3B96A6EAB1F}">
      <dgm:prSet/>
      <dgm:spPr/>
      <dgm:t>
        <a:bodyPr/>
        <a:lstStyle/>
        <a:p>
          <a:r>
            <a:rPr lang="fr-BE" b="1"/>
            <a:t>Arts martiaux du Sud-Est asiatique</a:t>
          </a:r>
          <a:r>
            <a:rPr lang="fr-BE"/>
            <a:t> : Muay Thai, Silat, Kali...</a:t>
          </a:r>
          <a:endParaRPr lang="en-US"/>
        </a:p>
      </dgm:t>
    </dgm:pt>
    <dgm:pt modelId="{93EC1768-7B03-49BD-A005-73EF9B450B24}" type="parTrans" cxnId="{40EB30C1-7086-4797-9A10-2285E7E957E2}">
      <dgm:prSet/>
      <dgm:spPr/>
      <dgm:t>
        <a:bodyPr/>
        <a:lstStyle/>
        <a:p>
          <a:endParaRPr lang="en-US"/>
        </a:p>
      </dgm:t>
    </dgm:pt>
    <dgm:pt modelId="{1EEF5899-545B-4008-8483-D51B22CFEEA3}" type="sibTrans" cxnId="{40EB30C1-7086-4797-9A10-2285E7E957E2}">
      <dgm:prSet/>
      <dgm:spPr/>
      <dgm:t>
        <a:bodyPr/>
        <a:lstStyle/>
        <a:p>
          <a:endParaRPr lang="en-US"/>
        </a:p>
      </dgm:t>
    </dgm:pt>
    <dgm:pt modelId="{CC9E44CE-0E97-4F09-BA80-FDCABD0299EB}">
      <dgm:prSet/>
      <dgm:spPr/>
      <dgm:t>
        <a:bodyPr/>
        <a:lstStyle/>
        <a:p>
          <a:r>
            <a:rPr lang="fr-BE" b="1"/>
            <a:t>Disciplines de combat occidentales</a:t>
          </a:r>
          <a:r>
            <a:rPr lang="fr-BE"/>
            <a:t> : Boxe, Lutte, Savate...</a:t>
          </a:r>
          <a:endParaRPr lang="en-US"/>
        </a:p>
      </dgm:t>
    </dgm:pt>
    <dgm:pt modelId="{17A7318B-C2B0-464C-B77E-A8135B44A0CC}" type="parTrans" cxnId="{E4C3B456-AE87-49BA-A94B-703567F4569D}">
      <dgm:prSet/>
      <dgm:spPr/>
      <dgm:t>
        <a:bodyPr/>
        <a:lstStyle/>
        <a:p>
          <a:endParaRPr lang="en-US"/>
        </a:p>
      </dgm:t>
    </dgm:pt>
    <dgm:pt modelId="{13E3F175-8162-40D5-B63B-3FB6D28D533E}" type="sibTrans" cxnId="{E4C3B456-AE87-49BA-A94B-703567F4569D}">
      <dgm:prSet/>
      <dgm:spPr/>
      <dgm:t>
        <a:bodyPr/>
        <a:lstStyle/>
        <a:p>
          <a:endParaRPr lang="en-US"/>
        </a:p>
      </dgm:t>
    </dgm:pt>
    <dgm:pt modelId="{8A320498-8CDE-42ED-A234-96F3A04BC210}">
      <dgm:prSet/>
      <dgm:spPr/>
      <dgm:t>
        <a:bodyPr/>
        <a:lstStyle/>
        <a:p>
          <a:r>
            <a:rPr lang="fr-BE" b="1"/>
            <a:t>Arts martiaux mixtes et modernes</a:t>
          </a:r>
          <a:r>
            <a:rPr lang="fr-BE"/>
            <a:t> : MMA, Krav Maga, Systema...</a:t>
          </a:r>
          <a:endParaRPr lang="en-US"/>
        </a:p>
      </dgm:t>
    </dgm:pt>
    <dgm:pt modelId="{ACD5D1AF-9D8C-437B-B726-AFC957E2983E}" type="parTrans" cxnId="{E402004F-6AE0-40C8-ACFD-2A559E2D0270}">
      <dgm:prSet/>
      <dgm:spPr/>
      <dgm:t>
        <a:bodyPr/>
        <a:lstStyle/>
        <a:p>
          <a:endParaRPr lang="en-US"/>
        </a:p>
      </dgm:t>
    </dgm:pt>
    <dgm:pt modelId="{CF428ACB-1783-48C2-BF0A-C1AA013CFF85}" type="sibTrans" cxnId="{E402004F-6AE0-40C8-ACFD-2A559E2D0270}">
      <dgm:prSet/>
      <dgm:spPr/>
      <dgm:t>
        <a:bodyPr/>
        <a:lstStyle/>
        <a:p>
          <a:endParaRPr lang="en-US"/>
        </a:p>
      </dgm:t>
    </dgm:pt>
    <dgm:pt modelId="{25A40D74-7391-4A48-A519-F41113D9637E}">
      <dgm:prSet/>
      <dgm:spPr/>
      <dgm:t>
        <a:bodyPr/>
        <a:lstStyle/>
        <a:p>
          <a:r>
            <a:rPr lang="fr-BE" b="1"/>
            <a:t>Disciplines internes et énergétiques</a:t>
          </a:r>
          <a:endParaRPr lang="en-US"/>
        </a:p>
      </dgm:t>
    </dgm:pt>
    <dgm:pt modelId="{E59F6354-AB78-48F6-A53D-E9A3ECEF319A}" type="parTrans" cxnId="{1CB4DB10-7036-4C92-8BBB-4A66E36E77B7}">
      <dgm:prSet/>
      <dgm:spPr/>
      <dgm:t>
        <a:bodyPr/>
        <a:lstStyle/>
        <a:p>
          <a:endParaRPr lang="en-US"/>
        </a:p>
      </dgm:t>
    </dgm:pt>
    <dgm:pt modelId="{B8129A08-1A01-422F-94D3-2CC2A927CC7F}" type="sibTrans" cxnId="{1CB4DB10-7036-4C92-8BBB-4A66E36E77B7}">
      <dgm:prSet/>
      <dgm:spPr/>
      <dgm:t>
        <a:bodyPr/>
        <a:lstStyle/>
        <a:p>
          <a:endParaRPr lang="en-US"/>
        </a:p>
      </dgm:t>
    </dgm:pt>
    <dgm:pt modelId="{239AB084-CFCA-4E40-AC62-8096DCB2A6E3}">
      <dgm:prSet/>
      <dgm:spPr/>
      <dgm:t>
        <a:bodyPr/>
        <a:lstStyle/>
        <a:p>
          <a:r>
            <a:rPr lang="fr-BE" b="1"/>
            <a:t>Arts martiaux traditionnels et historiques</a:t>
          </a:r>
          <a:endParaRPr lang="en-US"/>
        </a:p>
      </dgm:t>
    </dgm:pt>
    <dgm:pt modelId="{E9ADE185-ABB4-489A-9659-641192295F80}" type="parTrans" cxnId="{AED8F435-B400-4CC0-B37D-31E6D70B7720}">
      <dgm:prSet/>
      <dgm:spPr/>
      <dgm:t>
        <a:bodyPr/>
        <a:lstStyle/>
        <a:p>
          <a:endParaRPr lang="en-US"/>
        </a:p>
      </dgm:t>
    </dgm:pt>
    <dgm:pt modelId="{28149E88-ACF0-4A22-9CB8-1DF29F969C4C}" type="sibTrans" cxnId="{AED8F435-B400-4CC0-B37D-31E6D70B7720}">
      <dgm:prSet/>
      <dgm:spPr/>
      <dgm:t>
        <a:bodyPr/>
        <a:lstStyle/>
        <a:p>
          <a:endParaRPr lang="en-US"/>
        </a:p>
      </dgm:t>
    </dgm:pt>
    <dgm:pt modelId="{E1910E11-4DAB-4996-A918-E286EB018E02}">
      <dgm:prSet/>
      <dgm:spPr/>
      <dgm:t>
        <a:bodyPr/>
        <a:lstStyle/>
        <a:p>
          <a:r>
            <a:rPr lang="fr-BE"/>
            <a:t>Notre plateforme s'adapte à vos spécificités, pas l'inverse !</a:t>
          </a:r>
          <a:endParaRPr lang="en-US"/>
        </a:p>
      </dgm:t>
    </dgm:pt>
    <dgm:pt modelId="{2CF21080-50E4-4EBD-B1D6-5EA53E082128}" type="parTrans" cxnId="{5282A770-1B5B-4D46-8055-2414A9CAF14D}">
      <dgm:prSet/>
      <dgm:spPr/>
      <dgm:t>
        <a:bodyPr/>
        <a:lstStyle/>
        <a:p>
          <a:endParaRPr lang="en-US"/>
        </a:p>
      </dgm:t>
    </dgm:pt>
    <dgm:pt modelId="{D6E2FCC9-99F8-4716-A89C-DFD65467ED0B}" type="sibTrans" cxnId="{5282A770-1B5B-4D46-8055-2414A9CAF14D}">
      <dgm:prSet/>
      <dgm:spPr/>
      <dgm:t>
        <a:bodyPr/>
        <a:lstStyle/>
        <a:p>
          <a:endParaRPr lang="en-US"/>
        </a:p>
      </dgm:t>
    </dgm:pt>
    <dgm:pt modelId="{5283513F-224E-4284-8E71-A2603766C4E7}" type="pres">
      <dgm:prSet presAssocID="{C5303F0F-078B-4402-9B63-55F10A35C900}" presName="Name0" presStyleCnt="0">
        <dgm:presLayoutVars>
          <dgm:dir/>
          <dgm:animLvl val="lvl"/>
          <dgm:resizeHandles val="exact"/>
        </dgm:presLayoutVars>
      </dgm:prSet>
      <dgm:spPr/>
    </dgm:pt>
    <dgm:pt modelId="{FEBF3BC6-7FFF-4964-AD6D-D81959D411D3}" type="pres">
      <dgm:prSet presAssocID="{E1910E11-4DAB-4996-A918-E286EB018E02}" presName="boxAndChildren" presStyleCnt="0"/>
      <dgm:spPr/>
    </dgm:pt>
    <dgm:pt modelId="{35FA366F-25A1-4566-8267-729A0D8F4553}" type="pres">
      <dgm:prSet presAssocID="{E1910E11-4DAB-4996-A918-E286EB018E02}" presName="parentTextBox" presStyleLbl="node1" presStyleIdx="0" presStyleCnt="2"/>
      <dgm:spPr/>
    </dgm:pt>
    <dgm:pt modelId="{7DD6ABD3-CAE3-43A3-9EE2-909D6051EC51}" type="pres">
      <dgm:prSet presAssocID="{A2CE2CA0-D3C7-407F-BABA-0100B6C28733}" presName="sp" presStyleCnt="0"/>
      <dgm:spPr/>
    </dgm:pt>
    <dgm:pt modelId="{DACB71A7-517D-4DC3-B5AC-FC9F28D58854}" type="pres">
      <dgm:prSet presAssocID="{BBAF76AA-5770-44E5-91BB-31E001015D10}" presName="arrowAndChildren" presStyleCnt="0"/>
      <dgm:spPr/>
    </dgm:pt>
    <dgm:pt modelId="{9FA7EEC9-6B60-46A3-A32A-F085B11C2F85}" type="pres">
      <dgm:prSet presAssocID="{BBAF76AA-5770-44E5-91BB-31E001015D10}" presName="parentTextArrow" presStyleLbl="node1" presStyleIdx="0" presStyleCnt="2"/>
      <dgm:spPr/>
    </dgm:pt>
    <dgm:pt modelId="{739B0910-081C-43BF-AE38-E7531146479C}" type="pres">
      <dgm:prSet presAssocID="{BBAF76AA-5770-44E5-91BB-31E001015D10}" presName="arrow" presStyleLbl="node1" presStyleIdx="1" presStyleCnt="2"/>
      <dgm:spPr/>
    </dgm:pt>
    <dgm:pt modelId="{AF01E7DF-A89A-421C-9F50-82DC607CAA5C}" type="pres">
      <dgm:prSet presAssocID="{BBAF76AA-5770-44E5-91BB-31E001015D10}" presName="descendantArrow" presStyleCnt="0"/>
      <dgm:spPr/>
    </dgm:pt>
    <dgm:pt modelId="{10B1FEA1-3BEE-496E-8CA8-46517AB3DB6E}" type="pres">
      <dgm:prSet presAssocID="{FE9C2C7B-5C37-46E8-91E5-9F339F31C7B8}" presName="childTextArrow" presStyleLbl="fgAccFollowNode1" presStyleIdx="0" presStyleCnt="8">
        <dgm:presLayoutVars>
          <dgm:bulletEnabled val="1"/>
        </dgm:presLayoutVars>
      </dgm:prSet>
      <dgm:spPr/>
    </dgm:pt>
    <dgm:pt modelId="{71702CC8-A876-4C1E-99AE-9F7BB1E54E11}" type="pres">
      <dgm:prSet presAssocID="{7226F076-1D44-4193-9F13-42DFF347D38F}" presName="childTextArrow" presStyleLbl="fgAccFollowNode1" presStyleIdx="1" presStyleCnt="8">
        <dgm:presLayoutVars>
          <dgm:bulletEnabled val="1"/>
        </dgm:presLayoutVars>
      </dgm:prSet>
      <dgm:spPr/>
    </dgm:pt>
    <dgm:pt modelId="{E3271F46-CC71-4B6E-9448-5E04BF41E8FC}" type="pres">
      <dgm:prSet presAssocID="{24C0BC5E-2EA7-4314-9448-CC5395AB2CC5}" presName="childTextArrow" presStyleLbl="fgAccFollowNode1" presStyleIdx="2" presStyleCnt="8">
        <dgm:presLayoutVars>
          <dgm:bulletEnabled val="1"/>
        </dgm:presLayoutVars>
      </dgm:prSet>
      <dgm:spPr/>
    </dgm:pt>
    <dgm:pt modelId="{B6F868CE-C6DC-41EA-9F93-81C283BFD373}" type="pres">
      <dgm:prSet presAssocID="{0E161B34-8B7A-462F-A8F7-C3B96A6EAB1F}" presName="childTextArrow" presStyleLbl="fgAccFollowNode1" presStyleIdx="3" presStyleCnt="8">
        <dgm:presLayoutVars>
          <dgm:bulletEnabled val="1"/>
        </dgm:presLayoutVars>
      </dgm:prSet>
      <dgm:spPr/>
    </dgm:pt>
    <dgm:pt modelId="{E4EE270F-3B59-4804-8FD5-E2DE6FF08A48}" type="pres">
      <dgm:prSet presAssocID="{CC9E44CE-0E97-4F09-BA80-FDCABD0299EB}" presName="childTextArrow" presStyleLbl="fgAccFollowNode1" presStyleIdx="4" presStyleCnt="8">
        <dgm:presLayoutVars>
          <dgm:bulletEnabled val="1"/>
        </dgm:presLayoutVars>
      </dgm:prSet>
      <dgm:spPr/>
    </dgm:pt>
    <dgm:pt modelId="{7C20DA6F-74DF-462E-8C2B-642F313861BB}" type="pres">
      <dgm:prSet presAssocID="{8A320498-8CDE-42ED-A234-96F3A04BC210}" presName="childTextArrow" presStyleLbl="fgAccFollowNode1" presStyleIdx="5" presStyleCnt="8">
        <dgm:presLayoutVars>
          <dgm:bulletEnabled val="1"/>
        </dgm:presLayoutVars>
      </dgm:prSet>
      <dgm:spPr/>
    </dgm:pt>
    <dgm:pt modelId="{7B5E98D7-9E82-4176-8CA5-99B4B95043BC}" type="pres">
      <dgm:prSet presAssocID="{25A40D74-7391-4A48-A519-F41113D9637E}" presName="childTextArrow" presStyleLbl="fgAccFollowNode1" presStyleIdx="6" presStyleCnt="8">
        <dgm:presLayoutVars>
          <dgm:bulletEnabled val="1"/>
        </dgm:presLayoutVars>
      </dgm:prSet>
      <dgm:spPr/>
    </dgm:pt>
    <dgm:pt modelId="{D1A4BD74-F515-433C-9D5B-A28DD545BD5D}" type="pres">
      <dgm:prSet presAssocID="{239AB084-CFCA-4E40-AC62-8096DCB2A6E3}" presName="childTextArrow" presStyleLbl="fgAccFollowNode1" presStyleIdx="7" presStyleCnt="8">
        <dgm:presLayoutVars>
          <dgm:bulletEnabled val="1"/>
        </dgm:presLayoutVars>
      </dgm:prSet>
      <dgm:spPr/>
    </dgm:pt>
  </dgm:ptLst>
  <dgm:cxnLst>
    <dgm:cxn modelId="{1DC20403-C1A3-437B-B351-C6CDAC0325B3}" type="presOf" srcId="{E1910E11-4DAB-4996-A918-E286EB018E02}" destId="{35FA366F-25A1-4566-8267-729A0D8F4553}" srcOrd="0" destOrd="0" presId="urn:microsoft.com/office/officeart/2005/8/layout/process4"/>
    <dgm:cxn modelId="{1CB4DB10-7036-4C92-8BBB-4A66E36E77B7}" srcId="{BBAF76AA-5770-44E5-91BB-31E001015D10}" destId="{25A40D74-7391-4A48-A519-F41113D9637E}" srcOrd="6" destOrd="0" parTransId="{E59F6354-AB78-48F6-A53D-E9A3ECEF319A}" sibTransId="{B8129A08-1A01-422F-94D3-2CC2A927CC7F}"/>
    <dgm:cxn modelId="{1D0AD616-22AF-4F8C-9ECB-A52505F81D42}" type="presOf" srcId="{239AB084-CFCA-4E40-AC62-8096DCB2A6E3}" destId="{D1A4BD74-F515-433C-9D5B-A28DD545BD5D}" srcOrd="0" destOrd="0" presId="urn:microsoft.com/office/officeart/2005/8/layout/process4"/>
    <dgm:cxn modelId="{DC24D81D-7147-4954-B2A6-96E5E912AD54}" type="presOf" srcId="{0E161B34-8B7A-462F-A8F7-C3B96A6EAB1F}" destId="{B6F868CE-C6DC-41EA-9F93-81C283BFD373}" srcOrd="0" destOrd="0" presId="urn:microsoft.com/office/officeart/2005/8/layout/process4"/>
    <dgm:cxn modelId="{1DA7FC1F-4929-4D6F-AA66-406EFE5C47C3}" srcId="{C5303F0F-078B-4402-9B63-55F10A35C900}" destId="{BBAF76AA-5770-44E5-91BB-31E001015D10}" srcOrd="0" destOrd="0" parTransId="{C3A8EF1B-4603-4680-99A5-544328F1EDF3}" sibTransId="{A2CE2CA0-D3C7-407F-BABA-0100B6C28733}"/>
    <dgm:cxn modelId="{AED8F435-B400-4CC0-B37D-31E6D70B7720}" srcId="{BBAF76AA-5770-44E5-91BB-31E001015D10}" destId="{239AB084-CFCA-4E40-AC62-8096DCB2A6E3}" srcOrd="7" destOrd="0" parTransId="{E9ADE185-ABB4-489A-9659-641192295F80}" sibTransId="{28149E88-ACF0-4A22-9CB8-1DF29F969C4C}"/>
    <dgm:cxn modelId="{A088A05D-44BE-4DF4-9DC5-653B75F1F27B}" srcId="{BBAF76AA-5770-44E5-91BB-31E001015D10}" destId="{24C0BC5E-2EA7-4314-9448-CC5395AB2CC5}" srcOrd="2" destOrd="0" parTransId="{B1363D56-300A-4E49-831B-33692EF9C1A0}" sibTransId="{B8FD4561-9EEA-45C3-A930-24942EB7C563}"/>
    <dgm:cxn modelId="{E402004F-6AE0-40C8-ACFD-2A559E2D0270}" srcId="{BBAF76AA-5770-44E5-91BB-31E001015D10}" destId="{8A320498-8CDE-42ED-A234-96F3A04BC210}" srcOrd="5" destOrd="0" parTransId="{ACD5D1AF-9D8C-437B-B726-AFC957E2983E}" sibTransId="{CF428ACB-1783-48C2-BF0A-C1AA013CFF85}"/>
    <dgm:cxn modelId="{5282A770-1B5B-4D46-8055-2414A9CAF14D}" srcId="{C5303F0F-078B-4402-9B63-55F10A35C900}" destId="{E1910E11-4DAB-4996-A918-E286EB018E02}" srcOrd="1" destOrd="0" parTransId="{2CF21080-50E4-4EBD-B1D6-5EA53E082128}" sibTransId="{D6E2FCC9-99F8-4716-A89C-DFD65467ED0B}"/>
    <dgm:cxn modelId="{98176153-E274-4F0B-A7E9-BB8C9659607A}" type="presOf" srcId="{24C0BC5E-2EA7-4314-9448-CC5395AB2CC5}" destId="{E3271F46-CC71-4B6E-9448-5E04BF41E8FC}" srcOrd="0" destOrd="0" presId="urn:microsoft.com/office/officeart/2005/8/layout/process4"/>
    <dgm:cxn modelId="{5790A754-1436-4B2E-8C81-16C7AA1B34F7}" type="presOf" srcId="{FE9C2C7B-5C37-46E8-91E5-9F339F31C7B8}" destId="{10B1FEA1-3BEE-496E-8CA8-46517AB3DB6E}" srcOrd="0" destOrd="0" presId="urn:microsoft.com/office/officeart/2005/8/layout/process4"/>
    <dgm:cxn modelId="{AA86A576-8769-411E-8F6A-788DF74C6C0A}" type="presOf" srcId="{8A320498-8CDE-42ED-A234-96F3A04BC210}" destId="{7C20DA6F-74DF-462E-8C2B-642F313861BB}" srcOrd="0" destOrd="0" presId="urn:microsoft.com/office/officeart/2005/8/layout/process4"/>
    <dgm:cxn modelId="{E4C3B456-AE87-49BA-A94B-703567F4569D}" srcId="{BBAF76AA-5770-44E5-91BB-31E001015D10}" destId="{CC9E44CE-0E97-4F09-BA80-FDCABD0299EB}" srcOrd="4" destOrd="0" parTransId="{17A7318B-C2B0-464C-B77E-A8135B44A0CC}" sibTransId="{13E3F175-8162-40D5-B63B-3FB6D28D533E}"/>
    <dgm:cxn modelId="{FBEB2A7E-13A5-4C02-B4EE-7563EECF83F1}" type="presOf" srcId="{BBAF76AA-5770-44E5-91BB-31E001015D10}" destId="{9FA7EEC9-6B60-46A3-A32A-F085B11C2F85}" srcOrd="0" destOrd="0" presId="urn:microsoft.com/office/officeart/2005/8/layout/process4"/>
    <dgm:cxn modelId="{FD715589-EC80-4479-B586-59382DCCD854}" type="presOf" srcId="{C5303F0F-078B-4402-9B63-55F10A35C900}" destId="{5283513F-224E-4284-8E71-A2603766C4E7}" srcOrd="0" destOrd="0" presId="urn:microsoft.com/office/officeart/2005/8/layout/process4"/>
    <dgm:cxn modelId="{A1D8068B-6F6B-4FDA-B087-15A1A055B09F}" type="presOf" srcId="{7226F076-1D44-4193-9F13-42DFF347D38F}" destId="{71702CC8-A876-4C1E-99AE-9F7BB1E54E11}" srcOrd="0" destOrd="0" presId="urn:microsoft.com/office/officeart/2005/8/layout/process4"/>
    <dgm:cxn modelId="{9DAA258F-6CE0-428B-91C8-477699911178}" srcId="{BBAF76AA-5770-44E5-91BB-31E001015D10}" destId="{7226F076-1D44-4193-9F13-42DFF347D38F}" srcOrd="1" destOrd="0" parTransId="{0526FECC-8193-4C2C-A6EF-07B84DB07BA7}" sibTransId="{BB73E286-9AEF-416C-8F41-F67722E15B0C}"/>
    <dgm:cxn modelId="{40EB30C1-7086-4797-9A10-2285E7E957E2}" srcId="{BBAF76AA-5770-44E5-91BB-31E001015D10}" destId="{0E161B34-8B7A-462F-A8F7-C3B96A6EAB1F}" srcOrd="3" destOrd="0" parTransId="{93EC1768-7B03-49BD-A005-73EF9B450B24}" sibTransId="{1EEF5899-545B-4008-8483-D51B22CFEEA3}"/>
    <dgm:cxn modelId="{1EC02AC6-FF83-4D95-BF38-F18A6216D122}" type="presOf" srcId="{CC9E44CE-0E97-4F09-BA80-FDCABD0299EB}" destId="{E4EE270F-3B59-4804-8FD5-E2DE6FF08A48}" srcOrd="0" destOrd="0" presId="urn:microsoft.com/office/officeart/2005/8/layout/process4"/>
    <dgm:cxn modelId="{4F1995D0-2A07-4E1F-BA7F-192F9701240F}" type="presOf" srcId="{BBAF76AA-5770-44E5-91BB-31E001015D10}" destId="{739B0910-081C-43BF-AE38-E7531146479C}" srcOrd="1" destOrd="0" presId="urn:microsoft.com/office/officeart/2005/8/layout/process4"/>
    <dgm:cxn modelId="{57A8E4DF-1EC9-45ED-8F33-BBC916D466F6}" srcId="{BBAF76AA-5770-44E5-91BB-31E001015D10}" destId="{FE9C2C7B-5C37-46E8-91E5-9F339F31C7B8}" srcOrd="0" destOrd="0" parTransId="{1D3E7BB1-C682-4E5B-80F1-90D54D8B88E1}" sibTransId="{DE71B34B-C2FB-47BD-95F2-887323C16573}"/>
    <dgm:cxn modelId="{70AB91FC-5E1E-48F7-8088-CF228793DF13}" type="presOf" srcId="{25A40D74-7391-4A48-A519-F41113D9637E}" destId="{7B5E98D7-9E82-4176-8CA5-99B4B95043BC}" srcOrd="0" destOrd="0" presId="urn:microsoft.com/office/officeart/2005/8/layout/process4"/>
    <dgm:cxn modelId="{6639D00D-8C59-43A9-AEED-4416EC751B56}" type="presParOf" srcId="{5283513F-224E-4284-8E71-A2603766C4E7}" destId="{FEBF3BC6-7FFF-4964-AD6D-D81959D411D3}" srcOrd="0" destOrd="0" presId="urn:microsoft.com/office/officeart/2005/8/layout/process4"/>
    <dgm:cxn modelId="{61352901-9AE7-4257-92E5-AA39D0D42A40}" type="presParOf" srcId="{FEBF3BC6-7FFF-4964-AD6D-D81959D411D3}" destId="{35FA366F-25A1-4566-8267-729A0D8F4553}" srcOrd="0" destOrd="0" presId="urn:microsoft.com/office/officeart/2005/8/layout/process4"/>
    <dgm:cxn modelId="{E6899137-2769-4F61-BD83-6B692C15D6F0}" type="presParOf" srcId="{5283513F-224E-4284-8E71-A2603766C4E7}" destId="{7DD6ABD3-CAE3-43A3-9EE2-909D6051EC51}" srcOrd="1" destOrd="0" presId="urn:microsoft.com/office/officeart/2005/8/layout/process4"/>
    <dgm:cxn modelId="{229BFEED-1A73-48CF-B8C9-BA4471E6C464}" type="presParOf" srcId="{5283513F-224E-4284-8E71-A2603766C4E7}" destId="{DACB71A7-517D-4DC3-B5AC-FC9F28D58854}" srcOrd="2" destOrd="0" presId="urn:microsoft.com/office/officeart/2005/8/layout/process4"/>
    <dgm:cxn modelId="{71FD80C7-DA29-4FFF-A3EA-EB1B65E2B297}" type="presParOf" srcId="{DACB71A7-517D-4DC3-B5AC-FC9F28D58854}" destId="{9FA7EEC9-6B60-46A3-A32A-F085B11C2F85}" srcOrd="0" destOrd="0" presId="urn:microsoft.com/office/officeart/2005/8/layout/process4"/>
    <dgm:cxn modelId="{E9A55F9C-4BD2-4B36-BAF1-7B9F8E9EB9A2}" type="presParOf" srcId="{DACB71A7-517D-4DC3-B5AC-FC9F28D58854}" destId="{739B0910-081C-43BF-AE38-E7531146479C}" srcOrd="1" destOrd="0" presId="urn:microsoft.com/office/officeart/2005/8/layout/process4"/>
    <dgm:cxn modelId="{1F33EB93-B58F-41DE-97F1-59A73A3C685A}" type="presParOf" srcId="{DACB71A7-517D-4DC3-B5AC-FC9F28D58854}" destId="{AF01E7DF-A89A-421C-9F50-82DC607CAA5C}" srcOrd="2" destOrd="0" presId="urn:microsoft.com/office/officeart/2005/8/layout/process4"/>
    <dgm:cxn modelId="{42BFFBE6-3CB0-4277-84DB-247CBC210ADD}" type="presParOf" srcId="{AF01E7DF-A89A-421C-9F50-82DC607CAA5C}" destId="{10B1FEA1-3BEE-496E-8CA8-46517AB3DB6E}" srcOrd="0" destOrd="0" presId="urn:microsoft.com/office/officeart/2005/8/layout/process4"/>
    <dgm:cxn modelId="{5AD73466-A553-4E36-97FD-DF3D11A28A70}" type="presParOf" srcId="{AF01E7DF-A89A-421C-9F50-82DC607CAA5C}" destId="{71702CC8-A876-4C1E-99AE-9F7BB1E54E11}" srcOrd="1" destOrd="0" presId="urn:microsoft.com/office/officeart/2005/8/layout/process4"/>
    <dgm:cxn modelId="{DAF2C806-DFA7-48D3-A67B-C74F10096983}" type="presParOf" srcId="{AF01E7DF-A89A-421C-9F50-82DC607CAA5C}" destId="{E3271F46-CC71-4B6E-9448-5E04BF41E8FC}" srcOrd="2" destOrd="0" presId="urn:microsoft.com/office/officeart/2005/8/layout/process4"/>
    <dgm:cxn modelId="{3B49AD90-9844-4855-BFD9-A694824A5371}" type="presParOf" srcId="{AF01E7DF-A89A-421C-9F50-82DC607CAA5C}" destId="{B6F868CE-C6DC-41EA-9F93-81C283BFD373}" srcOrd="3" destOrd="0" presId="urn:microsoft.com/office/officeart/2005/8/layout/process4"/>
    <dgm:cxn modelId="{B59A43D6-4095-46C7-96BF-ACDB90FF248D}" type="presParOf" srcId="{AF01E7DF-A89A-421C-9F50-82DC607CAA5C}" destId="{E4EE270F-3B59-4804-8FD5-E2DE6FF08A48}" srcOrd="4" destOrd="0" presId="urn:microsoft.com/office/officeart/2005/8/layout/process4"/>
    <dgm:cxn modelId="{F9337E66-9A22-452D-9237-E03583747E04}" type="presParOf" srcId="{AF01E7DF-A89A-421C-9F50-82DC607CAA5C}" destId="{7C20DA6F-74DF-462E-8C2B-642F313861BB}" srcOrd="5" destOrd="0" presId="urn:microsoft.com/office/officeart/2005/8/layout/process4"/>
    <dgm:cxn modelId="{623F7DB1-050B-49C3-9003-4276380C1275}" type="presParOf" srcId="{AF01E7DF-A89A-421C-9F50-82DC607CAA5C}" destId="{7B5E98D7-9E82-4176-8CA5-99B4B95043BC}" srcOrd="6" destOrd="0" presId="urn:microsoft.com/office/officeart/2005/8/layout/process4"/>
    <dgm:cxn modelId="{CDA7F4BA-5BA4-40AA-A0AC-30D1FAC4FA7B}" type="presParOf" srcId="{AF01E7DF-A89A-421C-9F50-82DC607CAA5C}" destId="{D1A4BD74-F515-433C-9D5B-A28DD545BD5D}" srcOrd="7"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86C869B-2105-473F-A687-12E5CC16C8FE}" type="doc">
      <dgm:prSet loTypeId="urn:microsoft.com/office/officeart/2005/8/layout/vList5" loCatId="list" qsTypeId="urn:microsoft.com/office/officeart/2005/8/quickstyle/simple1" qsCatId="simple" csTypeId="urn:microsoft.com/office/officeart/2005/8/colors/colorful1" csCatId="colorful"/>
      <dgm:spPr/>
      <dgm:t>
        <a:bodyPr/>
        <a:lstStyle/>
        <a:p>
          <a:endParaRPr lang="en-US"/>
        </a:p>
      </dgm:t>
    </dgm:pt>
    <dgm:pt modelId="{1C666CA2-7531-4B7B-9671-D2CBE28AC1E9}">
      <dgm:prSet/>
      <dgm:spPr/>
      <dgm:t>
        <a:bodyPr/>
        <a:lstStyle/>
        <a:p>
          <a:r>
            <a:rPr lang="fr-FR" b="0" i="0" baseline="0"/>
            <a:t>Réduisez vos coûts d'impression et d'envoi postal </a:t>
          </a:r>
          <a:endParaRPr lang="en-US"/>
        </a:p>
      </dgm:t>
    </dgm:pt>
    <dgm:pt modelId="{9798111A-56CE-43D4-ACE8-7ABF3C659A75}" type="parTrans" cxnId="{6FDBE57A-18A8-43D1-8DF2-4109F993CB5D}">
      <dgm:prSet/>
      <dgm:spPr/>
      <dgm:t>
        <a:bodyPr/>
        <a:lstStyle/>
        <a:p>
          <a:endParaRPr lang="en-US"/>
        </a:p>
      </dgm:t>
    </dgm:pt>
    <dgm:pt modelId="{FAAEA4FA-CBE6-4060-88C3-0CD1941B6B4A}" type="sibTrans" cxnId="{6FDBE57A-18A8-43D1-8DF2-4109F993CB5D}">
      <dgm:prSet/>
      <dgm:spPr/>
      <dgm:t>
        <a:bodyPr/>
        <a:lstStyle/>
        <a:p>
          <a:endParaRPr lang="en-US"/>
        </a:p>
      </dgm:t>
    </dgm:pt>
    <dgm:pt modelId="{B99F15E3-342E-4B55-ABC7-86ECD5244C84}">
      <dgm:prSet/>
      <dgm:spPr/>
      <dgm:t>
        <a:bodyPr/>
        <a:lstStyle/>
        <a:p>
          <a:r>
            <a:rPr lang="fr-FR" b="0" i="0" baseline="0"/>
            <a:t>Optimisez la gestion de vos ressources </a:t>
          </a:r>
          <a:endParaRPr lang="en-US"/>
        </a:p>
      </dgm:t>
    </dgm:pt>
    <dgm:pt modelId="{560D04B3-55E3-4376-A60E-AA04B5EB1062}" type="parTrans" cxnId="{3E04BF04-C851-474C-ADF9-3B0F5E412D1C}">
      <dgm:prSet/>
      <dgm:spPr/>
      <dgm:t>
        <a:bodyPr/>
        <a:lstStyle/>
        <a:p>
          <a:endParaRPr lang="en-US"/>
        </a:p>
      </dgm:t>
    </dgm:pt>
    <dgm:pt modelId="{7B4E30EE-A169-4213-9958-28A5C3E645E4}" type="sibTrans" cxnId="{3E04BF04-C851-474C-ADF9-3B0F5E412D1C}">
      <dgm:prSet/>
      <dgm:spPr/>
      <dgm:t>
        <a:bodyPr/>
        <a:lstStyle/>
        <a:p>
          <a:endParaRPr lang="en-US"/>
        </a:p>
      </dgm:t>
    </dgm:pt>
    <dgm:pt modelId="{16D8D6A6-D145-4458-B968-E999D377DC41}">
      <dgm:prSet/>
      <dgm:spPr/>
      <dgm:t>
        <a:bodyPr/>
        <a:lstStyle/>
        <a:p>
          <a:r>
            <a:rPr lang="fr-FR" b="0" i="0" baseline="0"/>
            <a:t>Améliorez le taux de renouvellement des adhésions </a:t>
          </a:r>
          <a:endParaRPr lang="en-US"/>
        </a:p>
      </dgm:t>
    </dgm:pt>
    <dgm:pt modelId="{C669B9A2-8776-49AF-B359-F791D17F05E3}" type="parTrans" cxnId="{D48233A4-5649-482F-8A89-00D9A169E334}">
      <dgm:prSet/>
      <dgm:spPr/>
      <dgm:t>
        <a:bodyPr/>
        <a:lstStyle/>
        <a:p>
          <a:endParaRPr lang="en-US"/>
        </a:p>
      </dgm:t>
    </dgm:pt>
    <dgm:pt modelId="{D8844451-4507-46AB-BF27-6986873A41A4}" type="sibTrans" cxnId="{D48233A4-5649-482F-8A89-00D9A169E334}">
      <dgm:prSet/>
      <dgm:spPr/>
      <dgm:t>
        <a:bodyPr/>
        <a:lstStyle/>
        <a:p>
          <a:endParaRPr lang="en-US"/>
        </a:p>
      </dgm:t>
    </dgm:pt>
    <dgm:pt modelId="{F25B7436-B68F-47E2-9020-0BC37569FFDA}">
      <dgm:prSet/>
      <dgm:spPr/>
      <dgm:t>
        <a:bodyPr/>
        <a:lstStyle/>
        <a:p>
          <a:r>
            <a:rPr lang="fr-FR" b="0" i="0" baseline="0"/>
            <a:t>Évitez les erreurs coûteuses de gestion manuelle </a:t>
          </a:r>
          <a:endParaRPr lang="en-US"/>
        </a:p>
      </dgm:t>
    </dgm:pt>
    <dgm:pt modelId="{FEA05687-37AD-4117-89D7-55986B4BC886}" type="parTrans" cxnId="{43A90C47-4FDB-4E95-BFB2-E8E99E2D3B15}">
      <dgm:prSet/>
      <dgm:spPr/>
      <dgm:t>
        <a:bodyPr/>
        <a:lstStyle/>
        <a:p>
          <a:endParaRPr lang="en-US"/>
        </a:p>
      </dgm:t>
    </dgm:pt>
    <dgm:pt modelId="{92911ED0-582B-4A5D-A2F4-87E8AFC30723}" type="sibTrans" cxnId="{43A90C47-4FDB-4E95-BFB2-E8E99E2D3B15}">
      <dgm:prSet/>
      <dgm:spPr/>
      <dgm:t>
        <a:bodyPr/>
        <a:lstStyle/>
        <a:p>
          <a:endParaRPr lang="en-US"/>
        </a:p>
      </dgm:t>
    </dgm:pt>
    <dgm:pt modelId="{404AB77E-6A61-476F-A1FA-A8F01E172204}" type="pres">
      <dgm:prSet presAssocID="{086C869B-2105-473F-A687-12E5CC16C8FE}" presName="Name0" presStyleCnt="0">
        <dgm:presLayoutVars>
          <dgm:dir/>
          <dgm:animLvl val="lvl"/>
          <dgm:resizeHandles val="exact"/>
        </dgm:presLayoutVars>
      </dgm:prSet>
      <dgm:spPr/>
    </dgm:pt>
    <dgm:pt modelId="{2E6C2D71-B5EE-41A4-8F11-3CBC6DA1A7E5}" type="pres">
      <dgm:prSet presAssocID="{1C666CA2-7531-4B7B-9671-D2CBE28AC1E9}" presName="linNode" presStyleCnt="0"/>
      <dgm:spPr/>
    </dgm:pt>
    <dgm:pt modelId="{43A931BC-2083-4B39-9F74-E7112D443F76}" type="pres">
      <dgm:prSet presAssocID="{1C666CA2-7531-4B7B-9671-D2CBE28AC1E9}" presName="parentText" presStyleLbl="node1" presStyleIdx="0" presStyleCnt="4">
        <dgm:presLayoutVars>
          <dgm:chMax val="1"/>
          <dgm:bulletEnabled val="1"/>
        </dgm:presLayoutVars>
      </dgm:prSet>
      <dgm:spPr/>
    </dgm:pt>
    <dgm:pt modelId="{6D5C39B9-7C36-420C-968F-59313037B682}" type="pres">
      <dgm:prSet presAssocID="{FAAEA4FA-CBE6-4060-88C3-0CD1941B6B4A}" presName="sp" presStyleCnt="0"/>
      <dgm:spPr/>
    </dgm:pt>
    <dgm:pt modelId="{3D502E7A-2BC9-455A-904E-67334EC2A1B5}" type="pres">
      <dgm:prSet presAssocID="{B99F15E3-342E-4B55-ABC7-86ECD5244C84}" presName="linNode" presStyleCnt="0"/>
      <dgm:spPr/>
    </dgm:pt>
    <dgm:pt modelId="{00537034-B5E5-43A0-9C23-B2B0641AC3ED}" type="pres">
      <dgm:prSet presAssocID="{B99F15E3-342E-4B55-ABC7-86ECD5244C84}" presName="parentText" presStyleLbl="node1" presStyleIdx="1" presStyleCnt="4">
        <dgm:presLayoutVars>
          <dgm:chMax val="1"/>
          <dgm:bulletEnabled val="1"/>
        </dgm:presLayoutVars>
      </dgm:prSet>
      <dgm:spPr/>
    </dgm:pt>
    <dgm:pt modelId="{C32701FE-FD41-4359-B74C-3F9DB55D36CF}" type="pres">
      <dgm:prSet presAssocID="{7B4E30EE-A169-4213-9958-28A5C3E645E4}" presName="sp" presStyleCnt="0"/>
      <dgm:spPr/>
    </dgm:pt>
    <dgm:pt modelId="{83D8239D-801F-48D2-9493-C4D2503AAF22}" type="pres">
      <dgm:prSet presAssocID="{16D8D6A6-D145-4458-B968-E999D377DC41}" presName="linNode" presStyleCnt="0"/>
      <dgm:spPr/>
    </dgm:pt>
    <dgm:pt modelId="{4446A872-FD86-4F0F-BE2B-B32B664D40FD}" type="pres">
      <dgm:prSet presAssocID="{16D8D6A6-D145-4458-B968-E999D377DC41}" presName="parentText" presStyleLbl="node1" presStyleIdx="2" presStyleCnt="4">
        <dgm:presLayoutVars>
          <dgm:chMax val="1"/>
          <dgm:bulletEnabled val="1"/>
        </dgm:presLayoutVars>
      </dgm:prSet>
      <dgm:spPr/>
    </dgm:pt>
    <dgm:pt modelId="{B18AA002-F34F-4037-BE2C-BA1F66EBDB3D}" type="pres">
      <dgm:prSet presAssocID="{D8844451-4507-46AB-BF27-6986873A41A4}" presName="sp" presStyleCnt="0"/>
      <dgm:spPr/>
    </dgm:pt>
    <dgm:pt modelId="{E1A5DA14-B905-4BCE-B240-6070610F8023}" type="pres">
      <dgm:prSet presAssocID="{F25B7436-B68F-47E2-9020-0BC37569FFDA}" presName="linNode" presStyleCnt="0"/>
      <dgm:spPr/>
    </dgm:pt>
    <dgm:pt modelId="{41C24BDB-9F6D-45F7-AEBF-53076AB75CFD}" type="pres">
      <dgm:prSet presAssocID="{F25B7436-B68F-47E2-9020-0BC37569FFDA}" presName="parentText" presStyleLbl="node1" presStyleIdx="3" presStyleCnt="4">
        <dgm:presLayoutVars>
          <dgm:chMax val="1"/>
          <dgm:bulletEnabled val="1"/>
        </dgm:presLayoutVars>
      </dgm:prSet>
      <dgm:spPr/>
    </dgm:pt>
  </dgm:ptLst>
  <dgm:cxnLst>
    <dgm:cxn modelId="{3E04BF04-C851-474C-ADF9-3B0F5E412D1C}" srcId="{086C869B-2105-473F-A687-12E5CC16C8FE}" destId="{B99F15E3-342E-4B55-ABC7-86ECD5244C84}" srcOrd="1" destOrd="0" parTransId="{560D04B3-55E3-4376-A60E-AA04B5EB1062}" sibTransId="{7B4E30EE-A169-4213-9958-28A5C3E645E4}"/>
    <dgm:cxn modelId="{2D22952A-662D-4621-9879-12ABAD025DBE}" type="presOf" srcId="{B99F15E3-342E-4B55-ABC7-86ECD5244C84}" destId="{00537034-B5E5-43A0-9C23-B2B0641AC3ED}" srcOrd="0" destOrd="0" presId="urn:microsoft.com/office/officeart/2005/8/layout/vList5"/>
    <dgm:cxn modelId="{43A90C47-4FDB-4E95-BFB2-E8E99E2D3B15}" srcId="{086C869B-2105-473F-A687-12E5CC16C8FE}" destId="{F25B7436-B68F-47E2-9020-0BC37569FFDA}" srcOrd="3" destOrd="0" parTransId="{FEA05687-37AD-4117-89D7-55986B4BC886}" sibTransId="{92911ED0-582B-4A5D-A2F4-87E8AFC30723}"/>
    <dgm:cxn modelId="{BE855951-3905-4C11-9633-356916E62355}" type="presOf" srcId="{1C666CA2-7531-4B7B-9671-D2CBE28AC1E9}" destId="{43A931BC-2083-4B39-9F74-E7112D443F76}" srcOrd="0" destOrd="0" presId="urn:microsoft.com/office/officeart/2005/8/layout/vList5"/>
    <dgm:cxn modelId="{19D9AD51-530C-4392-A815-C5C6E2D63CC7}" type="presOf" srcId="{16D8D6A6-D145-4458-B968-E999D377DC41}" destId="{4446A872-FD86-4F0F-BE2B-B32B664D40FD}" srcOrd="0" destOrd="0" presId="urn:microsoft.com/office/officeart/2005/8/layout/vList5"/>
    <dgm:cxn modelId="{6FDBE57A-18A8-43D1-8DF2-4109F993CB5D}" srcId="{086C869B-2105-473F-A687-12E5CC16C8FE}" destId="{1C666CA2-7531-4B7B-9671-D2CBE28AC1E9}" srcOrd="0" destOrd="0" parTransId="{9798111A-56CE-43D4-ACE8-7ABF3C659A75}" sibTransId="{FAAEA4FA-CBE6-4060-88C3-0CD1941B6B4A}"/>
    <dgm:cxn modelId="{D48233A4-5649-482F-8A89-00D9A169E334}" srcId="{086C869B-2105-473F-A687-12E5CC16C8FE}" destId="{16D8D6A6-D145-4458-B968-E999D377DC41}" srcOrd="2" destOrd="0" parTransId="{C669B9A2-8776-49AF-B359-F791D17F05E3}" sibTransId="{D8844451-4507-46AB-BF27-6986873A41A4}"/>
    <dgm:cxn modelId="{A472E4CC-C11C-4CBC-B65C-D0137159B55A}" type="presOf" srcId="{086C869B-2105-473F-A687-12E5CC16C8FE}" destId="{404AB77E-6A61-476F-A1FA-A8F01E172204}" srcOrd="0" destOrd="0" presId="urn:microsoft.com/office/officeart/2005/8/layout/vList5"/>
    <dgm:cxn modelId="{18DB64CD-B7C8-4861-9E9B-E932217FB71F}" type="presOf" srcId="{F25B7436-B68F-47E2-9020-0BC37569FFDA}" destId="{41C24BDB-9F6D-45F7-AEBF-53076AB75CFD}" srcOrd="0" destOrd="0" presId="urn:microsoft.com/office/officeart/2005/8/layout/vList5"/>
    <dgm:cxn modelId="{F43FE87F-B6C4-4846-9CA3-4B121DC34B31}" type="presParOf" srcId="{404AB77E-6A61-476F-A1FA-A8F01E172204}" destId="{2E6C2D71-B5EE-41A4-8F11-3CBC6DA1A7E5}" srcOrd="0" destOrd="0" presId="urn:microsoft.com/office/officeart/2005/8/layout/vList5"/>
    <dgm:cxn modelId="{12F75BFC-7836-4F07-A526-FD90CAF07850}" type="presParOf" srcId="{2E6C2D71-B5EE-41A4-8F11-3CBC6DA1A7E5}" destId="{43A931BC-2083-4B39-9F74-E7112D443F76}" srcOrd="0" destOrd="0" presId="urn:microsoft.com/office/officeart/2005/8/layout/vList5"/>
    <dgm:cxn modelId="{946A6CA1-0B7B-47C9-9DBC-8F8B193DF10C}" type="presParOf" srcId="{404AB77E-6A61-476F-A1FA-A8F01E172204}" destId="{6D5C39B9-7C36-420C-968F-59313037B682}" srcOrd="1" destOrd="0" presId="urn:microsoft.com/office/officeart/2005/8/layout/vList5"/>
    <dgm:cxn modelId="{057ED8CF-0BF7-4D94-B232-024CD904AAEE}" type="presParOf" srcId="{404AB77E-6A61-476F-A1FA-A8F01E172204}" destId="{3D502E7A-2BC9-455A-904E-67334EC2A1B5}" srcOrd="2" destOrd="0" presId="urn:microsoft.com/office/officeart/2005/8/layout/vList5"/>
    <dgm:cxn modelId="{157E60D8-DFCC-4D59-9DD4-E05E6F337DC0}" type="presParOf" srcId="{3D502E7A-2BC9-455A-904E-67334EC2A1B5}" destId="{00537034-B5E5-43A0-9C23-B2B0641AC3ED}" srcOrd="0" destOrd="0" presId="urn:microsoft.com/office/officeart/2005/8/layout/vList5"/>
    <dgm:cxn modelId="{CCBD439A-53FD-413B-86C3-116D82C23F62}" type="presParOf" srcId="{404AB77E-6A61-476F-A1FA-A8F01E172204}" destId="{C32701FE-FD41-4359-B74C-3F9DB55D36CF}" srcOrd="3" destOrd="0" presId="urn:microsoft.com/office/officeart/2005/8/layout/vList5"/>
    <dgm:cxn modelId="{2B26EFEA-635E-4DAC-97C4-9B735B5939B1}" type="presParOf" srcId="{404AB77E-6A61-476F-A1FA-A8F01E172204}" destId="{83D8239D-801F-48D2-9493-C4D2503AAF22}" srcOrd="4" destOrd="0" presId="urn:microsoft.com/office/officeart/2005/8/layout/vList5"/>
    <dgm:cxn modelId="{404FCF6D-6EC0-4EEC-B563-C5849491A651}" type="presParOf" srcId="{83D8239D-801F-48D2-9493-C4D2503AAF22}" destId="{4446A872-FD86-4F0F-BE2B-B32B664D40FD}" srcOrd="0" destOrd="0" presId="urn:microsoft.com/office/officeart/2005/8/layout/vList5"/>
    <dgm:cxn modelId="{782A790C-DCB6-48D9-B164-0709ADF5343F}" type="presParOf" srcId="{404AB77E-6A61-476F-A1FA-A8F01E172204}" destId="{B18AA002-F34F-4037-BE2C-BA1F66EBDB3D}" srcOrd="5" destOrd="0" presId="urn:microsoft.com/office/officeart/2005/8/layout/vList5"/>
    <dgm:cxn modelId="{A4097CC8-B3F6-47F7-9F46-8DC967C0973B}" type="presParOf" srcId="{404AB77E-6A61-476F-A1FA-A8F01E172204}" destId="{E1A5DA14-B905-4BCE-B240-6070610F8023}" srcOrd="6" destOrd="0" presId="urn:microsoft.com/office/officeart/2005/8/layout/vList5"/>
    <dgm:cxn modelId="{3C51D0E8-BD7A-4016-A137-082C107BFFB3}" type="presParOf" srcId="{E1A5DA14-B905-4BCE-B240-6070610F8023}" destId="{41C24BDB-9F6D-45F7-AEBF-53076AB75CFD}"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CCBE971-D174-4438-BA6D-12900E07B74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07F0786-176F-490F-9383-ED7F1884A8A4}">
      <dgm:prSet/>
      <dgm:spPr/>
      <dgm:t>
        <a:bodyPr/>
        <a:lstStyle/>
        <a:p>
          <a:r>
            <a:rPr lang="fr-FR" b="0" i="0" baseline="0"/>
            <a:t>Offrez une expérience moderne à vos membres </a:t>
          </a:r>
          <a:endParaRPr lang="en-US"/>
        </a:p>
      </dgm:t>
    </dgm:pt>
    <dgm:pt modelId="{B5360395-D9AE-425F-969B-A7856E60B963}" type="parTrans" cxnId="{B028135B-FEB4-4B91-83C2-C8398595FC8A}">
      <dgm:prSet/>
      <dgm:spPr/>
      <dgm:t>
        <a:bodyPr/>
        <a:lstStyle/>
        <a:p>
          <a:endParaRPr lang="en-US"/>
        </a:p>
      </dgm:t>
    </dgm:pt>
    <dgm:pt modelId="{3E46ED7E-E136-4D7B-B486-2667692EF533}" type="sibTrans" cxnId="{B028135B-FEB4-4B91-83C2-C8398595FC8A}">
      <dgm:prSet/>
      <dgm:spPr/>
      <dgm:t>
        <a:bodyPr/>
        <a:lstStyle/>
        <a:p>
          <a:endParaRPr lang="en-US"/>
        </a:p>
      </dgm:t>
    </dgm:pt>
    <dgm:pt modelId="{EB57D7F2-E8B0-4F32-A0DA-EC15B1DBEC68}">
      <dgm:prSet/>
      <dgm:spPr/>
      <dgm:t>
        <a:bodyPr/>
        <a:lstStyle/>
        <a:p>
          <a:r>
            <a:rPr lang="fr-FR" b="0" i="0" baseline="0"/>
            <a:t>Communiquez efficacement avec votre communauté </a:t>
          </a:r>
          <a:endParaRPr lang="en-US"/>
        </a:p>
      </dgm:t>
    </dgm:pt>
    <dgm:pt modelId="{DBD8017E-4F10-40B6-A0D9-75B88DB5D047}" type="parTrans" cxnId="{2DF62E57-81FA-4635-A6A6-51D6800F21AF}">
      <dgm:prSet/>
      <dgm:spPr/>
      <dgm:t>
        <a:bodyPr/>
        <a:lstStyle/>
        <a:p>
          <a:endParaRPr lang="en-US"/>
        </a:p>
      </dgm:t>
    </dgm:pt>
    <dgm:pt modelId="{A7E99D02-5E0C-4494-B5BC-F5207DD30CD2}" type="sibTrans" cxnId="{2DF62E57-81FA-4635-A6A6-51D6800F21AF}">
      <dgm:prSet/>
      <dgm:spPr/>
      <dgm:t>
        <a:bodyPr/>
        <a:lstStyle/>
        <a:p>
          <a:endParaRPr lang="en-US"/>
        </a:p>
      </dgm:t>
    </dgm:pt>
    <dgm:pt modelId="{AFD69D61-8133-4267-9029-8FA5D3DA747E}">
      <dgm:prSet/>
      <dgm:spPr/>
      <dgm:t>
        <a:bodyPr/>
        <a:lstStyle/>
        <a:p>
          <a:r>
            <a:rPr lang="fr-FR" b="0" i="0" baseline="0"/>
            <a:t>Valorisez votre club ou fédération </a:t>
          </a:r>
          <a:endParaRPr lang="en-US"/>
        </a:p>
      </dgm:t>
    </dgm:pt>
    <dgm:pt modelId="{74F65F8B-36AB-4881-83CE-3728B5582C1D}" type="parTrans" cxnId="{70A93494-2536-4547-8795-FB2308C9340D}">
      <dgm:prSet/>
      <dgm:spPr/>
      <dgm:t>
        <a:bodyPr/>
        <a:lstStyle/>
        <a:p>
          <a:endParaRPr lang="en-US"/>
        </a:p>
      </dgm:t>
    </dgm:pt>
    <dgm:pt modelId="{44DE2654-6180-4469-B584-7AD942F4CF9E}" type="sibTrans" cxnId="{70A93494-2536-4547-8795-FB2308C9340D}">
      <dgm:prSet/>
      <dgm:spPr/>
      <dgm:t>
        <a:bodyPr/>
        <a:lstStyle/>
        <a:p>
          <a:endParaRPr lang="en-US"/>
        </a:p>
      </dgm:t>
    </dgm:pt>
    <dgm:pt modelId="{CB08C8B1-0C7B-4942-9D33-586028041236}">
      <dgm:prSet/>
      <dgm:spPr/>
      <dgm:t>
        <a:bodyPr/>
        <a:lstStyle/>
        <a:p>
          <a:r>
            <a:rPr lang="fr-FR" b="0" i="0" baseline="0"/>
            <a:t>Attirez de nouveaux pratiquants </a:t>
          </a:r>
          <a:endParaRPr lang="en-US"/>
        </a:p>
      </dgm:t>
    </dgm:pt>
    <dgm:pt modelId="{2AB0A0D2-2E2E-4E8B-8F2D-B717DF24ECEB}" type="parTrans" cxnId="{DAADDDCE-D37B-4DFC-9F7B-1A18CE34EE40}">
      <dgm:prSet/>
      <dgm:spPr/>
      <dgm:t>
        <a:bodyPr/>
        <a:lstStyle/>
        <a:p>
          <a:endParaRPr lang="en-US"/>
        </a:p>
      </dgm:t>
    </dgm:pt>
    <dgm:pt modelId="{B9E9CB22-39AC-4CB7-95F3-6C927A5CF3A3}" type="sibTrans" cxnId="{DAADDDCE-D37B-4DFC-9F7B-1A18CE34EE40}">
      <dgm:prSet/>
      <dgm:spPr/>
      <dgm:t>
        <a:bodyPr/>
        <a:lstStyle/>
        <a:p>
          <a:endParaRPr lang="en-US"/>
        </a:p>
      </dgm:t>
    </dgm:pt>
    <dgm:pt modelId="{80BE92BF-F8EF-4A95-BA3A-4C64B3740A5D}" type="pres">
      <dgm:prSet presAssocID="{ECCBE971-D174-4438-BA6D-12900E07B741}" presName="linear" presStyleCnt="0">
        <dgm:presLayoutVars>
          <dgm:animLvl val="lvl"/>
          <dgm:resizeHandles val="exact"/>
        </dgm:presLayoutVars>
      </dgm:prSet>
      <dgm:spPr/>
    </dgm:pt>
    <dgm:pt modelId="{AF96B0C0-66F9-4D83-9966-71E1661AB102}" type="pres">
      <dgm:prSet presAssocID="{707F0786-176F-490F-9383-ED7F1884A8A4}" presName="parentText" presStyleLbl="node1" presStyleIdx="0" presStyleCnt="4">
        <dgm:presLayoutVars>
          <dgm:chMax val="0"/>
          <dgm:bulletEnabled val="1"/>
        </dgm:presLayoutVars>
      </dgm:prSet>
      <dgm:spPr/>
    </dgm:pt>
    <dgm:pt modelId="{E737C17F-049A-49EF-BB81-1E02E905E9D1}" type="pres">
      <dgm:prSet presAssocID="{3E46ED7E-E136-4D7B-B486-2667692EF533}" presName="spacer" presStyleCnt="0"/>
      <dgm:spPr/>
    </dgm:pt>
    <dgm:pt modelId="{D9C3BC32-387F-4487-9F10-8F9E6B0C2EF7}" type="pres">
      <dgm:prSet presAssocID="{EB57D7F2-E8B0-4F32-A0DA-EC15B1DBEC68}" presName="parentText" presStyleLbl="node1" presStyleIdx="1" presStyleCnt="4">
        <dgm:presLayoutVars>
          <dgm:chMax val="0"/>
          <dgm:bulletEnabled val="1"/>
        </dgm:presLayoutVars>
      </dgm:prSet>
      <dgm:spPr/>
    </dgm:pt>
    <dgm:pt modelId="{7F82385E-1A49-404D-9EC8-EA9330842CA5}" type="pres">
      <dgm:prSet presAssocID="{A7E99D02-5E0C-4494-B5BC-F5207DD30CD2}" presName="spacer" presStyleCnt="0"/>
      <dgm:spPr/>
    </dgm:pt>
    <dgm:pt modelId="{8928FBDA-6706-42AC-A342-B08C58C00AA8}" type="pres">
      <dgm:prSet presAssocID="{AFD69D61-8133-4267-9029-8FA5D3DA747E}" presName="parentText" presStyleLbl="node1" presStyleIdx="2" presStyleCnt="4">
        <dgm:presLayoutVars>
          <dgm:chMax val="0"/>
          <dgm:bulletEnabled val="1"/>
        </dgm:presLayoutVars>
      </dgm:prSet>
      <dgm:spPr/>
    </dgm:pt>
    <dgm:pt modelId="{8BCE30A4-0E35-4695-BB84-9E08142D8DBD}" type="pres">
      <dgm:prSet presAssocID="{44DE2654-6180-4469-B584-7AD942F4CF9E}" presName="spacer" presStyleCnt="0"/>
      <dgm:spPr/>
    </dgm:pt>
    <dgm:pt modelId="{56F79DF8-E03E-4ADD-9D01-2FF44B069D68}" type="pres">
      <dgm:prSet presAssocID="{CB08C8B1-0C7B-4942-9D33-586028041236}" presName="parentText" presStyleLbl="node1" presStyleIdx="3" presStyleCnt="4">
        <dgm:presLayoutVars>
          <dgm:chMax val="0"/>
          <dgm:bulletEnabled val="1"/>
        </dgm:presLayoutVars>
      </dgm:prSet>
      <dgm:spPr/>
    </dgm:pt>
  </dgm:ptLst>
  <dgm:cxnLst>
    <dgm:cxn modelId="{B028135B-FEB4-4B91-83C2-C8398595FC8A}" srcId="{ECCBE971-D174-4438-BA6D-12900E07B741}" destId="{707F0786-176F-490F-9383-ED7F1884A8A4}" srcOrd="0" destOrd="0" parTransId="{B5360395-D9AE-425F-969B-A7856E60B963}" sibTransId="{3E46ED7E-E136-4D7B-B486-2667692EF533}"/>
    <dgm:cxn modelId="{2DF62E57-81FA-4635-A6A6-51D6800F21AF}" srcId="{ECCBE971-D174-4438-BA6D-12900E07B741}" destId="{EB57D7F2-E8B0-4F32-A0DA-EC15B1DBEC68}" srcOrd="1" destOrd="0" parTransId="{DBD8017E-4F10-40B6-A0D9-75B88DB5D047}" sibTransId="{A7E99D02-5E0C-4494-B5BC-F5207DD30CD2}"/>
    <dgm:cxn modelId="{70A93494-2536-4547-8795-FB2308C9340D}" srcId="{ECCBE971-D174-4438-BA6D-12900E07B741}" destId="{AFD69D61-8133-4267-9029-8FA5D3DA747E}" srcOrd="2" destOrd="0" parTransId="{74F65F8B-36AB-4881-83CE-3728B5582C1D}" sibTransId="{44DE2654-6180-4469-B584-7AD942F4CF9E}"/>
    <dgm:cxn modelId="{998494A2-B734-4374-80E8-51E1DA99F9CF}" type="presOf" srcId="{CB08C8B1-0C7B-4942-9D33-586028041236}" destId="{56F79DF8-E03E-4ADD-9D01-2FF44B069D68}" srcOrd="0" destOrd="0" presId="urn:microsoft.com/office/officeart/2005/8/layout/vList2"/>
    <dgm:cxn modelId="{3E461EC0-9349-4A9C-B15F-B10BDAB65F6B}" type="presOf" srcId="{AFD69D61-8133-4267-9029-8FA5D3DA747E}" destId="{8928FBDA-6706-42AC-A342-B08C58C00AA8}" srcOrd="0" destOrd="0" presId="urn:microsoft.com/office/officeart/2005/8/layout/vList2"/>
    <dgm:cxn modelId="{359DEAC0-5519-42D6-8F98-EE3C8504BE33}" type="presOf" srcId="{EB57D7F2-E8B0-4F32-A0DA-EC15B1DBEC68}" destId="{D9C3BC32-387F-4487-9F10-8F9E6B0C2EF7}" srcOrd="0" destOrd="0" presId="urn:microsoft.com/office/officeart/2005/8/layout/vList2"/>
    <dgm:cxn modelId="{DAADDDCE-D37B-4DFC-9F7B-1A18CE34EE40}" srcId="{ECCBE971-D174-4438-BA6D-12900E07B741}" destId="{CB08C8B1-0C7B-4942-9D33-586028041236}" srcOrd="3" destOrd="0" parTransId="{2AB0A0D2-2E2E-4E8B-8F2D-B717DF24ECEB}" sibTransId="{B9E9CB22-39AC-4CB7-95F3-6C927A5CF3A3}"/>
    <dgm:cxn modelId="{C7FEC1DF-C6CD-4375-AD6A-C1CF0636FB77}" type="presOf" srcId="{ECCBE971-D174-4438-BA6D-12900E07B741}" destId="{80BE92BF-F8EF-4A95-BA3A-4C64B3740A5D}" srcOrd="0" destOrd="0" presId="urn:microsoft.com/office/officeart/2005/8/layout/vList2"/>
    <dgm:cxn modelId="{2751F6EC-2D26-4BD6-BC57-B3309B5B303B}" type="presOf" srcId="{707F0786-176F-490F-9383-ED7F1884A8A4}" destId="{AF96B0C0-66F9-4D83-9966-71E1661AB102}" srcOrd="0" destOrd="0" presId="urn:microsoft.com/office/officeart/2005/8/layout/vList2"/>
    <dgm:cxn modelId="{566D93D6-2150-4475-BE2E-A10077F9CFFC}" type="presParOf" srcId="{80BE92BF-F8EF-4A95-BA3A-4C64B3740A5D}" destId="{AF96B0C0-66F9-4D83-9966-71E1661AB102}" srcOrd="0" destOrd="0" presId="urn:microsoft.com/office/officeart/2005/8/layout/vList2"/>
    <dgm:cxn modelId="{4FE78884-05A0-4FB1-A55A-D4E4D66DF5B3}" type="presParOf" srcId="{80BE92BF-F8EF-4A95-BA3A-4C64B3740A5D}" destId="{E737C17F-049A-49EF-BB81-1E02E905E9D1}" srcOrd="1" destOrd="0" presId="urn:microsoft.com/office/officeart/2005/8/layout/vList2"/>
    <dgm:cxn modelId="{F2C6718E-B375-4ED0-9C6A-8FC25705D2FC}" type="presParOf" srcId="{80BE92BF-F8EF-4A95-BA3A-4C64B3740A5D}" destId="{D9C3BC32-387F-4487-9F10-8F9E6B0C2EF7}" srcOrd="2" destOrd="0" presId="urn:microsoft.com/office/officeart/2005/8/layout/vList2"/>
    <dgm:cxn modelId="{0D221E0B-6093-4F9C-8391-FDD2182B2F19}" type="presParOf" srcId="{80BE92BF-F8EF-4A95-BA3A-4C64B3740A5D}" destId="{7F82385E-1A49-404D-9EC8-EA9330842CA5}" srcOrd="3" destOrd="0" presId="urn:microsoft.com/office/officeart/2005/8/layout/vList2"/>
    <dgm:cxn modelId="{4BB1FDBD-9784-4DD1-B2D2-A50BBDF11006}" type="presParOf" srcId="{80BE92BF-F8EF-4A95-BA3A-4C64B3740A5D}" destId="{8928FBDA-6706-42AC-A342-B08C58C00AA8}" srcOrd="4" destOrd="0" presId="urn:microsoft.com/office/officeart/2005/8/layout/vList2"/>
    <dgm:cxn modelId="{549440CC-D37E-497D-BEE4-7813419B167F}" type="presParOf" srcId="{80BE92BF-F8EF-4A95-BA3A-4C64B3740A5D}" destId="{8BCE30A4-0E35-4695-BB84-9E08142D8DBD}" srcOrd="5" destOrd="0" presId="urn:microsoft.com/office/officeart/2005/8/layout/vList2"/>
    <dgm:cxn modelId="{C85CFD63-2B19-41C3-9FFE-F89C426D945D}" type="presParOf" srcId="{80BE92BF-F8EF-4A95-BA3A-4C64B3740A5D}" destId="{56F79DF8-E03E-4ADD-9D01-2FF44B069D6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1B01667-6D45-4BE6-8445-E398455B304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CFD1836-E25D-47D2-9DD6-000C7A370FBC}">
      <dgm:prSet/>
      <dgm:spPr/>
      <dgm:t>
        <a:bodyPr/>
        <a:lstStyle/>
        <a:p>
          <a:r>
            <a:rPr lang="fr-FR" b="0" i="0" baseline="0"/>
            <a:t>Sécurisez toutes vos données sensibles </a:t>
          </a:r>
          <a:endParaRPr lang="en-US"/>
        </a:p>
      </dgm:t>
    </dgm:pt>
    <dgm:pt modelId="{7FF970E1-B806-4EDF-88EF-379D128A7773}" type="parTrans" cxnId="{61667D9C-7D7B-4097-9E7A-AD6F0027BA32}">
      <dgm:prSet/>
      <dgm:spPr/>
      <dgm:t>
        <a:bodyPr/>
        <a:lstStyle/>
        <a:p>
          <a:endParaRPr lang="en-US"/>
        </a:p>
      </dgm:t>
    </dgm:pt>
    <dgm:pt modelId="{A6102D74-37DA-4122-8591-8C7EABE09ACD}" type="sibTrans" cxnId="{61667D9C-7D7B-4097-9E7A-AD6F0027BA32}">
      <dgm:prSet/>
      <dgm:spPr/>
      <dgm:t>
        <a:bodyPr/>
        <a:lstStyle/>
        <a:p>
          <a:endParaRPr lang="en-US"/>
        </a:p>
      </dgm:t>
    </dgm:pt>
    <dgm:pt modelId="{6E409003-BA42-4401-9C31-0F9828D57BCD}">
      <dgm:prSet/>
      <dgm:spPr/>
      <dgm:t>
        <a:bodyPr/>
        <a:lstStyle/>
        <a:p>
          <a:r>
            <a:rPr lang="fr-FR" b="0" i="0" baseline="0"/>
            <a:t>Conservez un historique complet de toutes les activités </a:t>
          </a:r>
          <a:endParaRPr lang="en-US"/>
        </a:p>
      </dgm:t>
    </dgm:pt>
    <dgm:pt modelId="{DCD94022-AA39-4D25-92D9-BEEF09403598}" type="parTrans" cxnId="{258E2AF3-1430-4A14-8BDD-864530500DAA}">
      <dgm:prSet/>
      <dgm:spPr/>
      <dgm:t>
        <a:bodyPr/>
        <a:lstStyle/>
        <a:p>
          <a:endParaRPr lang="en-US"/>
        </a:p>
      </dgm:t>
    </dgm:pt>
    <dgm:pt modelId="{27B3EA4A-CF78-4EB6-9C03-452F354E8C3B}" type="sibTrans" cxnId="{258E2AF3-1430-4A14-8BDD-864530500DAA}">
      <dgm:prSet/>
      <dgm:spPr/>
      <dgm:t>
        <a:bodyPr/>
        <a:lstStyle/>
        <a:p>
          <a:endParaRPr lang="en-US"/>
        </a:p>
      </dgm:t>
    </dgm:pt>
    <dgm:pt modelId="{EEC603AC-E9A2-4CF5-9080-F1FE6F6A1685}">
      <dgm:prSet/>
      <dgm:spPr/>
      <dgm:t>
        <a:bodyPr/>
        <a:lstStyle/>
        <a:p>
          <a:r>
            <a:rPr lang="fr-FR" b="0" i="0" baseline="0"/>
            <a:t>Respectez les réglementations en vigueur (RGPD) </a:t>
          </a:r>
          <a:endParaRPr lang="en-US"/>
        </a:p>
      </dgm:t>
    </dgm:pt>
    <dgm:pt modelId="{2B3569B8-3327-49DB-9DA9-B36919A02937}" type="parTrans" cxnId="{B4457504-A23D-4316-84F7-29B4F88BDDE0}">
      <dgm:prSet/>
      <dgm:spPr/>
      <dgm:t>
        <a:bodyPr/>
        <a:lstStyle/>
        <a:p>
          <a:endParaRPr lang="en-US"/>
        </a:p>
      </dgm:t>
    </dgm:pt>
    <dgm:pt modelId="{CC299976-B3C9-484B-A70B-D0310FEE4C6C}" type="sibTrans" cxnId="{B4457504-A23D-4316-84F7-29B4F88BDDE0}">
      <dgm:prSet/>
      <dgm:spPr/>
      <dgm:t>
        <a:bodyPr/>
        <a:lstStyle/>
        <a:p>
          <a:endParaRPr lang="en-US"/>
        </a:p>
      </dgm:t>
    </dgm:pt>
    <dgm:pt modelId="{607DE021-0A95-4893-AE95-7A1BDF03122B}">
      <dgm:prSet/>
      <dgm:spPr/>
      <dgm:t>
        <a:bodyPr/>
        <a:lstStyle/>
        <a:p>
          <a:r>
            <a:rPr lang="fr-FR" b="0" i="0" baseline="0"/>
            <a:t>Bénéficiez d'un support réactif </a:t>
          </a:r>
          <a:endParaRPr lang="en-US"/>
        </a:p>
      </dgm:t>
    </dgm:pt>
    <dgm:pt modelId="{F39D8AAB-EBA7-4B8C-AE37-38BA8D17CCAF}" type="parTrans" cxnId="{46E21C70-3FFC-4266-8B7F-EF8DC900BB16}">
      <dgm:prSet/>
      <dgm:spPr/>
      <dgm:t>
        <a:bodyPr/>
        <a:lstStyle/>
        <a:p>
          <a:endParaRPr lang="en-US"/>
        </a:p>
      </dgm:t>
    </dgm:pt>
    <dgm:pt modelId="{9960B81C-B847-4B4F-89F6-13DCCF19C325}" type="sibTrans" cxnId="{46E21C70-3FFC-4266-8B7F-EF8DC900BB16}">
      <dgm:prSet/>
      <dgm:spPr/>
      <dgm:t>
        <a:bodyPr/>
        <a:lstStyle/>
        <a:p>
          <a:endParaRPr lang="en-US"/>
        </a:p>
      </dgm:t>
    </dgm:pt>
    <dgm:pt modelId="{26D3325A-937A-42DC-823D-7A58ED7A717F}" type="pres">
      <dgm:prSet presAssocID="{41B01667-6D45-4BE6-8445-E398455B3042}" presName="linear" presStyleCnt="0">
        <dgm:presLayoutVars>
          <dgm:animLvl val="lvl"/>
          <dgm:resizeHandles val="exact"/>
        </dgm:presLayoutVars>
      </dgm:prSet>
      <dgm:spPr/>
    </dgm:pt>
    <dgm:pt modelId="{EF665651-B68C-4F96-B1DE-6BDBF5A26B22}" type="pres">
      <dgm:prSet presAssocID="{4CFD1836-E25D-47D2-9DD6-000C7A370FBC}" presName="parentText" presStyleLbl="node1" presStyleIdx="0" presStyleCnt="4">
        <dgm:presLayoutVars>
          <dgm:chMax val="0"/>
          <dgm:bulletEnabled val="1"/>
        </dgm:presLayoutVars>
      </dgm:prSet>
      <dgm:spPr/>
    </dgm:pt>
    <dgm:pt modelId="{D7B3D2FD-AB10-4373-B59C-D8EC775FE713}" type="pres">
      <dgm:prSet presAssocID="{A6102D74-37DA-4122-8591-8C7EABE09ACD}" presName="spacer" presStyleCnt="0"/>
      <dgm:spPr/>
    </dgm:pt>
    <dgm:pt modelId="{B37D9536-12C8-4C92-8CB2-4C7B5E384FE9}" type="pres">
      <dgm:prSet presAssocID="{6E409003-BA42-4401-9C31-0F9828D57BCD}" presName="parentText" presStyleLbl="node1" presStyleIdx="1" presStyleCnt="4">
        <dgm:presLayoutVars>
          <dgm:chMax val="0"/>
          <dgm:bulletEnabled val="1"/>
        </dgm:presLayoutVars>
      </dgm:prSet>
      <dgm:spPr/>
    </dgm:pt>
    <dgm:pt modelId="{86A82A21-9AD2-47B8-B123-5531859AE976}" type="pres">
      <dgm:prSet presAssocID="{27B3EA4A-CF78-4EB6-9C03-452F354E8C3B}" presName="spacer" presStyleCnt="0"/>
      <dgm:spPr/>
    </dgm:pt>
    <dgm:pt modelId="{8C0B9162-A383-4784-B9B4-CA9325EBFEBD}" type="pres">
      <dgm:prSet presAssocID="{EEC603AC-E9A2-4CF5-9080-F1FE6F6A1685}" presName="parentText" presStyleLbl="node1" presStyleIdx="2" presStyleCnt="4">
        <dgm:presLayoutVars>
          <dgm:chMax val="0"/>
          <dgm:bulletEnabled val="1"/>
        </dgm:presLayoutVars>
      </dgm:prSet>
      <dgm:spPr/>
    </dgm:pt>
    <dgm:pt modelId="{5985AE54-340F-4F34-9106-19986F174AF8}" type="pres">
      <dgm:prSet presAssocID="{CC299976-B3C9-484B-A70B-D0310FEE4C6C}" presName="spacer" presStyleCnt="0"/>
      <dgm:spPr/>
    </dgm:pt>
    <dgm:pt modelId="{FA8CEF48-1431-4FE1-A6C6-A21D3C217B37}" type="pres">
      <dgm:prSet presAssocID="{607DE021-0A95-4893-AE95-7A1BDF03122B}" presName="parentText" presStyleLbl="node1" presStyleIdx="3" presStyleCnt="4">
        <dgm:presLayoutVars>
          <dgm:chMax val="0"/>
          <dgm:bulletEnabled val="1"/>
        </dgm:presLayoutVars>
      </dgm:prSet>
      <dgm:spPr/>
    </dgm:pt>
  </dgm:ptLst>
  <dgm:cxnLst>
    <dgm:cxn modelId="{B4457504-A23D-4316-84F7-29B4F88BDDE0}" srcId="{41B01667-6D45-4BE6-8445-E398455B3042}" destId="{EEC603AC-E9A2-4CF5-9080-F1FE6F6A1685}" srcOrd="2" destOrd="0" parTransId="{2B3569B8-3327-49DB-9DA9-B36919A02937}" sibTransId="{CC299976-B3C9-484B-A70B-D0310FEE4C6C}"/>
    <dgm:cxn modelId="{46E21C70-3FFC-4266-8B7F-EF8DC900BB16}" srcId="{41B01667-6D45-4BE6-8445-E398455B3042}" destId="{607DE021-0A95-4893-AE95-7A1BDF03122B}" srcOrd="3" destOrd="0" parTransId="{F39D8AAB-EBA7-4B8C-AE37-38BA8D17CCAF}" sibTransId="{9960B81C-B847-4B4F-89F6-13DCCF19C325}"/>
    <dgm:cxn modelId="{6FEE8F84-7A40-4293-A0A3-7B43E826D177}" type="presOf" srcId="{41B01667-6D45-4BE6-8445-E398455B3042}" destId="{26D3325A-937A-42DC-823D-7A58ED7A717F}" srcOrd="0" destOrd="0" presId="urn:microsoft.com/office/officeart/2005/8/layout/vList2"/>
    <dgm:cxn modelId="{43B5D690-11FD-4D7F-99FD-443047574B01}" type="presOf" srcId="{607DE021-0A95-4893-AE95-7A1BDF03122B}" destId="{FA8CEF48-1431-4FE1-A6C6-A21D3C217B37}" srcOrd="0" destOrd="0" presId="urn:microsoft.com/office/officeart/2005/8/layout/vList2"/>
    <dgm:cxn modelId="{61667D9C-7D7B-4097-9E7A-AD6F0027BA32}" srcId="{41B01667-6D45-4BE6-8445-E398455B3042}" destId="{4CFD1836-E25D-47D2-9DD6-000C7A370FBC}" srcOrd="0" destOrd="0" parTransId="{7FF970E1-B806-4EDF-88EF-379D128A7773}" sibTransId="{A6102D74-37DA-4122-8591-8C7EABE09ACD}"/>
    <dgm:cxn modelId="{CF056EB7-C19F-4D67-97E6-A212DCCFF2D7}" type="presOf" srcId="{EEC603AC-E9A2-4CF5-9080-F1FE6F6A1685}" destId="{8C0B9162-A383-4784-B9B4-CA9325EBFEBD}" srcOrd="0" destOrd="0" presId="urn:microsoft.com/office/officeart/2005/8/layout/vList2"/>
    <dgm:cxn modelId="{9BC951E7-3D28-4A5F-A201-681EEB95FE6E}" type="presOf" srcId="{4CFD1836-E25D-47D2-9DD6-000C7A370FBC}" destId="{EF665651-B68C-4F96-B1DE-6BDBF5A26B22}" srcOrd="0" destOrd="0" presId="urn:microsoft.com/office/officeart/2005/8/layout/vList2"/>
    <dgm:cxn modelId="{04746BEF-4AE0-40CC-AD8B-C21CB7FB8B9A}" type="presOf" srcId="{6E409003-BA42-4401-9C31-0F9828D57BCD}" destId="{B37D9536-12C8-4C92-8CB2-4C7B5E384FE9}" srcOrd="0" destOrd="0" presId="urn:microsoft.com/office/officeart/2005/8/layout/vList2"/>
    <dgm:cxn modelId="{258E2AF3-1430-4A14-8BDD-864530500DAA}" srcId="{41B01667-6D45-4BE6-8445-E398455B3042}" destId="{6E409003-BA42-4401-9C31-0F9828D57BCD}" srcOrd="1" destOrd="0" parTransId="{DCD94022-AA39-4D25-92D9-BEEF09403598}" sibTransId="{27B3EA4A-CF78-4EB6-9C03-452F354E8C3B}"/>
    <dgm:cxn modelId="{239CCDB6-AB7B-454C-B2CF-167C02E805E9}" type="presParOf" srcId="{26D3325A-937A-42DC-823D-7A58ED7A717F}" destId="{EF665651-B68C-4F96-B1DE-6BDBF5A26B22}" srcOrd="0" destOrd="0" presId="urn:microsoft.com/office/officeart/2005/8/layout/vList2"/>
    <dgm:cxn modelId="{CA6CF390-53B6-4C0E-9902-A32A583E0B70}" type="presParOf" srcId="{26D3325A-937A-42DC-823D-7A58ED7A717F}" destId="{D7B3D2FD-AB10-4373-B59C-D8EC775FE713}" srcOrd="1" destOrd="0" presId="urn:microsoft.com/office/officeart/2005/8/layout/vList2"/>
    <dgm:cxn modelId="{C90484C7-5C18-4FA5-B5B5-3E28B33958CA}" type="presParOf" srcId="{26D3325A-937A-42DC-823D-7A58ED7A717F}" destId="{B37D9536-12C8-4C92-8CB2-4C7B5E384FE9}" srcOrd="2" destOrd="0" presId="urn:microsoft.com/office/officeart/2005/8/layout/vList2"/>
    <dgm:cxn modelId="{F15FAFF5-12BF-49C4-A551-8A8E5922D97D}" type="presParOf" srcId="{26D3325A-937A-42DC-823D-7A58ED7A717F}" destId="{86A82A21-9AD2-47B8-B123-5531859AE976}" srcOrd="3" destOrd="0" presId="urn:microsoft.com/office/officeart/2005/8/layout/vList2"/>
    <dgm:cxn modelId="{17896C54-590D-49DE-B842-6D606A311E35}" type="presParOf" srcId="{26D3325A-937A-42DC-823D-7A58ED7A717F}" destId="{8C0B9162-A383-4784-B9B4-CA9325EBFEBD}" srcOrd="4" destOrd="0" presId="urn:microsoft.com/office/officeart/2005/8/layout/vList2"/>
    <dgm:cxn modelId="{972A1B63-AA7A-4C2D-8903-2C5B48C2A889}" type="presParOf" srcId="{26D3325A-937A-42DC-823D-7A58ED7A717F}" destId="{5985AE54-340F-4F34-9106-19986F174AF8}" srcOrd="5" destOrd="0" presId="urn:microsoft.com/office/officeart/2005/8/layout/vList2"/>
    <dgm:cxn modelId="{0D19B1F6-EB2D-4C04-ADC1-15998C436FEB}" type="presParOf" srcId="{26D3325A-937A-42DC-823D-7A58ED7A717F}" destId="{FA8CEF48-1431-4FE1-A6C6-A21D3C217B3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DD23672-F5A3-4C58-97CE-35BA62FC5D4B}"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6E134BA-1641-4CC3-AAFC-414A1E576EAC}">
      <dgm:prSet/>
      <dgm:spPr/>
      <dgm:t>
        <a:bodyPr/>
        <a:lstStyle/>
        <a:p>
          <a:r>
            <a:rPr lang="fr-FR"/>
            <a:t>"Depuis que nous utilisons MartialComp, j'ai réduit de 15 heures par semaine le temps passé sur l'administratif. Je peux enfin me concentrer sur l'enseignement !"— Sarah M., Directrice d'un club de Karaté, 180 membres« </a:t>
          </a:r>
          <a:endParaRPr lang="en-US"/>
        </a:p>
      </dgm:t>
    </dgm:pt>
    <dgm:pt modelId="{E584186F-DC3F-4166-AE35-3A8136B25A05}" type="parTrans" cxnId="{D291B74F-3E07-4AF1-B4BD-11F7BB252368}">
      <dgm:prSet/>
      <dgm:spPr/>
      <dgm:t>
        <a:bodyPr/>
        <a:lstStyle/>
        <a:p>
          <a:endParaRPr lang="en-US"/>
        </a:p>
      </dgm:t>
    </dgm:pt>
    <dgm:pt modelId="{0F32B50D-333D-4BA6-BF3F-162241961C42}" type="sibTrans" cxnId="{D291B74F-3E07-4AF1-B4BD-11F7BB252368}">
      <dgm:prSet/>
      <dgm:spPr/>
      <dgm:t>
        <a:bodyPr/>
        <a:lstStyle/>
        <a:p>
          <a:endParaRPr lang="en-US"/>
        </a:p>
      </dgm:t>
    </dgm:pt>
    <dgm:pt modelId="{35D189E3-0602-4EDD-80A1-BBE40422F223}">
      <dgm:prSet/>
      <dgm:spPr/>
      <dgm:t>
        <a:bodyPr/>
        <a:lstStyle/>
        <a:p>
          <a:r>
            <a:rPr lang="fr-FR"/>
            <a:t>L'organisation de notre championnat national avec 800 participants était un cauchemar logistique. Avec MartialComp, tout s'est déroulé sans accroc, de l'inscription à la publication des résultats."— Jean-Philippe D., Président de Fédération« </a:t>
          </a:r>
          <a:endParaRPr lang="en-US"/>
        </a:p>
      </dgm:t>
    </dgm:pt>
    <dgm:pt modelId="{280B71C4-2841-4428-949F-F86D8FCE3277}" type="parTrans" cxnId="{1BE4CB7D-BB6C-4592-A463-95F184AAC660}">
      <dgm:prSet/>
      <dgm:spPr/>
      <dgm:t>
        <a:bodyPr/>
        <a:lstStyle/>
        <a:p>
          <a:endParaRPr lang="en-US"/>
        </a:p>
      </dgm:t>
    </dgm:pt>
    <dgm:pt modelId="{B132C1C6-FC1D-45E5-AD92-B8145F0FBFF5}" type="sibTrans" cxnId="{1BE4CB7D-BB6C-4592-A463-95F184AAC660}">
      <dgm:prSet/>
      <dgm:spPr/>
      <dgm:t>
        <a:bodyPr/>
        <a:lstStyle/>
        <a:p>
          <a:endParaRPr lang="en-US"/>
        </a:p>
      </dgm:t>
    </dgm:pt>
    <dgm:pt modelId="{D4A0622C-924D-4465-AA1E-286CB7AEC56D}">
      <dgm:prSet/>
      <dgm:spPr/>
      <dgm:t>
        <a:bodyPr/>
        <a:lstStyle/>
        <a:p>
          <a:r>
            <a:rPr lang="fr-FR"/>
            <a:t>Notre boutique en ligne nous a permis d'augmenter nos revenus de 30% la première année. Les membres adorent pouvoir commander leurs équipements directement via l'application !"— Michel T., Trésorier d'un club de Judo« </a:t>
          </a:r>
          <a:endParaRPr lang="en-US"/>
        </a:p>
      </dgm:t>
    </dgm:pt>
    <dgm:pt modelId="{3EE3C834-D240-43F7-8AAB-57C61E345999}" type="parTrans" cxnId="{6A6B49FB-90E1-480B-9B5D-C3A1969CCC27}">
      <dgm:prSet/>
      <dgm:spPr/>
      <dgm:t>
        <a:bodyPr/>
        <a:lstStyle/>
        <a:p>
          <a:endParaRPr lang="en-US"/>
        </a:p>
      </dgm:t>
    </dgm:pt>
    <dgm:pt modelId="{A90897DC-D815-4F2F-9719-0042DA700D5A}" type="sibTrans" cxnId="{6A6B49FB-90E1-480B-9B5D-C3A1969CCC27}">
      <dgm:prSet/>
      <dgm:spPr/>
      <dgm:t>
        <a:bodyPr/>
        <a:lstStyle/>
        <a:p>
          <a:endParaRPr lang="en-US"/>
        </a:p>
      </dgm:t>
    </dgm:pt>
    <dgm:pt modelId="{F8DCF064-D3F3-4C4F-B441-E3FF0EECD3D5}">
      <dgm:prSet/>
      <dgm:spPr/>
      <dgm:t>
        <a:bodyPr/>
        <a:lstStyle/>
        <a:p>
          <a:r>
            <a:rPr lang="fr-FR"/>
            <a:t>La fonction de QR code a révolutionné notre fonctionnement. Fini les cartes perdues et les longues files d'attente pour vérifier les inscriptions !"— Carlos R., Organisateur de compétitions</a:t>
          </a:r>
          <a:endParaRPr lang="en-US"/>
        </a:p>
      </dgm:t>
    </dgm:pt>
    <dgm:pt modelId="{032CE353-E067-444D-9759-E12FAA081C32}" type="parTrans" cxnId="{95EFC920-F9BC-47F0-89C2-55D62AA58490}">
      <dgm:prSet/>
      <dgm:spPr/>
      <dgm:t>
        <a:bodyPr/>
        <a:lstStyle/>
        <a:p>
          <a:endParaRPr lang="en-US"/>
        </a:p>
      </dgm:t>
    </dgm:pt>
    <dgm:pt modelId="{1EED78C1-50DD-4546-A96D-81944CFAE35A}" type="sibTrans" cxnId="{95EFC920-F9BC-47F0-89C2-55D62AA58490}">
      <dgm:prSet/>
      <dgm:spPr/>
      <dgm:t>
        <a:bodyPr/>
        <a:lstStyle/>
        <a:p>
          <a:endParaRPr lang="en-US"/>
        </a:p>
      </dgm:t>
    </dgm:pt>
    <dgm:pt modelId="{5555922D-2599-409D-8E0F-0C99C1B3905C}" type="pres">
      <dgm:prSet presAssocID="{4DD23672-F5A3-4C58-97CE-35BA62FC5D4B}" presName="root" presStyleCnt="0">
        <dgm:presLayoutVars>
          <dgm:dir/>
          <dgm:resizeHandles val="exact"/>
        </dgm:presLayoutVars>
      </dgm:prSet>
      <dgm:spPr/>
    </dgm:pt>
    <dgm:pt modelId="{1BB5504E-9027-416D-834C-F5930014889F}" type="pres">
      <dgm:prSet presAssocID="{4DD23672-F5A3-4C58-97CE-35BA62FC5D4B}" presName="container" presStyleCnt="0">
        <dgm:presLayoutVars>
          <dgm:dir/>
          <dgm:resizeHandles val="exact"/>
        </dgm:presLayoutVars>
      </dgm:prSet>
      <dgm:spPr/>
    </dgm:pt>
    <dgm:pt modelId="{C838460D-0C6F-43E2-8B69-E25AE0DDFA7C}" type="pres">
      <dgm:prSet presAssocID="{F6E134BA-1641-4CC3-AAFC-414A1E576EAC}" presName="compNode" presStyleCnt="0"/>
      <dgm:spPr/>
    </dgm:pt>
    <dgm:pt modelId="{DDD3D355-2175-4E55-B296-8B23D377EEC6}" type="pres">
      <dgm:prSet presAssocID="{F6E134BA-1641-4CC3-AAFC-414A1E576EAC}" presName="iconBgRect" presStyleLbl="bgShp" presStyleIdx="0" presStyleCnt="4"/>
      <dgm:spPr/>
    </dgm:pt>
    <dgm:pt modelId="{C1EEC162-A49D-4601-9F78-78E88701960E}" type="pres">
      <dgm:prSet presAssocID="{F6E134BA-1641-4CC3-AAFC-414A1E576EA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nset scene"/>
        </a:ext>
      </dgm:extLst>
    </dgm:pt>
    <dgm:pt modelId="{9C727121-1036-4B03-838C-A07256DFC517}" type="pres">
      <dgm:prSet presAssocID="{F6E134BA-1641-4CC3-AAFC-414A1E576EAC}" presName="spaceRect" presStyleCnt="0"/>
      <dgm:spPr/>
    </dgm:pt>
    <dgm:pt modelId="{2D9D2A21-90DF-4307-95E4-897219396084}" type="pres">
      <dgm:prSet presAssocID="{F6E134BA-1641-4CC3-AAFC-414A1E576EAC}" presName="textRect" presStyleLbl="revTx" presStyleIdx="0" presStyleCnt="4">
        <dgm:presLayoutVars>
          <dgm:chMax val="1"/>
          <dgm:chPref val="1"/>
        </dgm:presLayoutVars>
      </dgm:prSet>
      <dgm:spPr/>
    </dgm:pt>
    <dgm:pt modelId="{5D64EF5D-6DB2-4512-A97C-75EA8F1D684F}" type="pres">
      <dgm:prSet presAssocID="{0F32B50D-333D-4BA6-BF3F-162241961C42}" presName="sibTrans" presStyleLbl="sibTrans2D1" presStyleIdx="0" presStyleCnt="0"/>
      <dgm:spPr/>
    </dgm:pt>
    <dgm:pt modelId="{EAA9CF30-84E4-4DBF-AA21-D766E4141378}" type="pres">
      <dgm:prSet presAssocID="{35D189E3-0602-4EDD-80A1-BBE40422F223}" presName="compNode" presStyleCnt="0"/>
      <dgm:spPr/>
    </dgm:pt>
    <dgm:pt modelId="{C35B9285-B71F-4832-8F90-0A08F717DABE}" type="pres">
      <dgm:prSet presAssocID="{35D189E3-0602-4EDD-80A1-BBE40422F223}" presName="iconBgRect" presStyleLbl="bgShp" presStyleIdx="1" presStyleCnt="4"/>
      <dgm:spPr/>
    </dgm:pt>
    <dgm:pt modelId="{5352F2D7-CEE4-40D8-A28B-369CC5586CCC}" type="pres">
      <dgm:prSet presAssocID="{35D189E3-0602-4EDD-80A1-BBE40422F22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ragon Dance"/>
        </a:ext>
      </dgm:extLst>
    </dgm:pt>
    <dgm:pt modelId="{FEEECB50-BB9E-45E8-9C63-84A9FD820EA5}" type="pres">
      <dgm:prSet presAssocID="{35D189E3-0602-4EDD-80A1-BBE40422F223}" presName="spaceRect" presStyleCnt="0"/>
      <dgm:spPr/>
    </dgm:pt>
    <dgm:pt modelId="{C6EB6273-36BE-4CE0-9D4B-8A7B797848F4}" type="pres">
      <dgm:prSet presAssocID="{35D189E3-0602-4EDD-80A1-BBE40422F223}" presName="textRect" presStyleLbl="revTx" presStyleIdx="1" presStyleCnt="4">
        <dgm:presLayoutVars>
          <dgm:chMax val="1"/>
          <dgm:chPref val="1"/>
        </dgm:presLayoutVars>
      </dgm:prSet>
      <dgm:spPr/>
    </dgm:pt>
    <dgm:pt modelId="{A09AD8FC-CDD2-4776-A1DF-5A327DADE5ED}" type="pres">
      <dgm:prSet presAssocID="{B132C1C6-FC1D-45E5-AD92-B8145F0FBFF5}" presName="sibTrans" presStyleLbl="sibTrans2D1" presStyleIdx="0" presStyleCnt="0"/>
      <dgm:spPr/>
    </dgm:pt>
    <dgm:pt modelId="{7E72DD41-CB9A-49DE-9924-C0FFDB73328D}" type="pres">
      <dgm:prSet presAssocID="{D4A0622C-924D-4465-AA1E-286CB7AEC56D}" presName="compNode" presStyleCnt="0"/>
      <dgm:spPr/>
    </dgm:pt>
    <dgm:pt modelId="{286B2CDE-1236-4C4A-8F2D-411F3363E5AB}" type="pres">
      <dgm:prSet presAssocID="{D4A0622C-924D-4465-AA1E-286CB7AEC56D}" presName="iconBgRect" presStyleLbl="bgShp" presStyleIdx="2" presStyleCnt="4"/>
      <dgm:spPr/>
    </dgm:pt>
    <dgm:pt modelId="{3FFC23E9-7D5E-4107-AF2B-B63141BD6B2B}" type="pres">
      <dgm:prSet presAssocID="{D4A0622C-924D-4465-AA1E-286CB7AEC56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Kiosque"/>
        </a:ext>
      </dgm:extLst>
    </dgm:pt>
    <dgm:pt modelId="{19E87C78-1A7C-4057-A07C-E7F5D644640D}" type="pres">
      <dgm:prSet presAssocID="{D4A0622C-924D-4465-AA1E-286CB7AEC56D}" presName="spaceRect" presStyleCnt="0"/>
      <dgm:spPr/>
    </dgm:pt>
    <dgm:pt modelId="{EF04F835-8E0A-4EE3-B182-3156109F76B9}" type="pres">
      <dgm:prSet presAssocID="{D4A0622C-924D-4465-AA1E-286CB7AEC56D}" presName="textRect" presStyleLbl="revTx" presStyleIdx="2" presStyleCnt="4">
        <dgm:presLayoutVars>
          <dgm:chMax val="1"/>
          <dgm:chPref val="1"/>
        </dgm:presLayoutVars>
      </dgm:prSet>
      <dgm:spPr/>
    </dgm:pt>
    <dgm:pt modelId="{A342412E-FDCC-44C0-ADB9-3991A4F87343}" type="pres">
      <dgm:prSet presAssocID="{A90897DC-D815-4F2F-9719-0042DA700D5A}" presName="sibTrans" presStyleLbl="sibTrans2D1" presStyleIdx="0" presStyleCnt="0"/>
      <dgm:spPr/>
    </dgm:pt>
    <dgm:pt modelId="{B86D6619-EBE0-4781-AA23-A5271DEBC01E}" type="pres">
      <dgm:prSet presAssocID="{F8DCF064-D3F3-4C4F-B441-E3FF0EECD3D5}" presName="compNode" presStyleCnt="0"/>
      <dgm:spPr/>
    </dgm:pt>
    <dgm:pt modelId="{4EE34702-F675-42F5-8356-07AC86F15CBC}" type="pres">
      <dgm:prSet presAssocID="{F8DCF064-D3F3-4C4F-B441-E3FF0EECD3D5}" presName="iconBgRect" presStyleLbl="bgShp" presStyleIdx="3" presStyleCnt="4"/>
      <dgm:spPr/>
    </dgm:pt>
    <dgm:pt modelId="{00CFBF12-1F5E-438B-81E6-65A2DBC7333A}" type="pres">
      <dgm:prSet presAssocID="{F8DCF064-D3F3-4C4F-B441-E3FF0EECD3D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agramme de flux"/>
        </a:ext>
      </dgm:extLst>
    </dgm:pt>
    <dgm:pt modelId="{F8BC26BF-E0EF-446A-B6A2-A17B36597A97}" type="pres">
      <dgm:prSet presAssocID="{F8DCF064-D3F3-4C4F-B441-E3FF0EECD3D5}" presName="spaceRect" presStyleCnt="0"/>
      <dgm:spPr/>
    </dgm:pt>
    <dgm:pt modelId="{E5553458-8604-4A2C-84EB-17619C85E6A4}" type="pres">
      <dgm:prSet presAssocID="{F8DCF064-D3F3-4C4F-B441-E3FF0EECD3D5}" presName="textRect" presStyleLbl="revTx" presStyleIdx="3" presStyleCnt="4">
        <dgm:presLayoutVars>
          <dgm:chMax val="1"/>
          <dgm:chPref val="1"/>
        </dgm:presLayoutVars>
      </dgm:prSet>
      <dgm:spPr/>
    </dgm:pt>
  </dgm:ptLst>
  <dgm:cxnLst>
    <dgm:cxn modelId="{8FD36601-851D-4C89-ACB2-AA37BE0A0111}" type="presOf" srcId="{F6E134BA-1641-4CC3-AAFC-414A1E576EAC}" destId="{2D9D2A21-90DF-4307-95E4-897219396084}" srcOrd="0" destOrd="0" presId="urn:microsoft.com/office/officeart/2018/2/layout/IconCircleList"/>
    <dgm:cxn modelId="{5331B10A-A1C5-4992-95D7-D458B0E6CE28}" type="presOf" srcId="{D4A0622C-924D-4465-AA1E-286CB7AEC56D}" destId="{EF04F835-8E0A-4EE3-B182-3156109F76B9}" srcOrd="0" destOrd="0" presId="urn:microsoft.com/office/officeart/2018/2/layout/IconCircleList"/>
    <dgm:cxn modelId="{F2269F1A-3711-4B7C-B092-CFDBBDCF7166}" type="presOf" srcId="{35D189E3-0602-4EDD-80A1-BBE40422F223}" destId="{C6EB6273-36BE-4CE0-9D4B-8A7B797848F4}" srcOrd="0" destOrd="0" presId="urn:microsoft.com/office/officeart/2018/2/layout/IconCircleList"/>
    <dgm:cxn modelId="{95EFC920-F9BC-47F0-89C2-55D62AA58490}" srcId="{4DD23672-F5A3-4C58-97CE-35BA62FC5D4B}" destId="{F8DCF064-D3F3-4C4F-B441-E3FF0EECD3D5}" srcOrd="3" destOrd="0" parTransId="{032CE353-E067-444D-9759-E12FAA081C32}" sibTransId="{1EED78C1-50DD-4546-A96D-81944CFAE35A}"/>
    <dgm:cxn modelId="{D95E4931-788E-4EF2-ADD1-D8FD1D4EF4CF}" type="presOf" srcId="{B132C1C6-FC1D-45E5-AD92-B8145F0FBFF5}" destId="{A09AD8FC-CDD2-4776-A1DF-5A327DADE5ED}" srcOrd="0" destOrd="0" presId="urn:microsoft.com/office/officeart/2018/2/layout/IconCircleList"/>
    <dgm:cxn modelId="{4BD6603F-DDFF-4AA9-B410-0638AEAB7A61}" type="presOf" srcId="{0F32B50D-333D-4BA6-BF3F-162241961C42}" destId="{5D64EF5D-6DB2-4512-A97C-75EA8F1D684F}" srcOrd="0" destOrd="0" presId="urn:microsoft.com/office/officeart/2018/2/layout/IconCircleList"/>
    <dgm:cxn modelId="{D291B74F-3E07-4AF1-B4BD-11F7BB252368}" srcId="{4DD23672-F5A3-4C58-97CE-35BA62FC5D4B}" destId="{F6E134BA-1641-4CC3-AAFC-414A1E576EAC}" srcOrd="0" destOrd="0" parTransId="{E584186F-DC3F-4166-AE35-3A8136B25A05}" sibTransId="{0F32B50D-333D-4BA6-BF3F-162241961C42}"/>
    <dgm:cxn modelId="{1BE4CB7D-BB6C-4592-A463-95F184AAC660}" srcId="{4DD23672-F5A3-4C58-97CE-35BA62FC5D4B}" destId="{35D189E3-0602-4EDD-80A1-BBE40422F223}" srcOrd="1" destOrd="0" parTransId="{280B71C4-2841-4428-949F-F86D8FCE3277}" sibTransId="{B132C1C6-FC1D-45E5-AD92-B8145F0FBFF5}"/>
    <dgm:cxn modelId="{66F5EEA2-E52F-4937-BEB8-C89DB77E6DBE}" type="presOf" srcId="{F8DCF064-D3F3-4C4F-B441-E3FF0EECD3D5}" destId="{E5553458-8604-4A2C-84EB-17619C85E6A4}" srcOrd="0" destOrd="0" presId="urn:microsoft.com/office/officeart/2018/2/layout/IconCircleList"/>
    <dgm:cxn modelId="{FD1FA1C7-3746-4571-9AA1-10C607838663}" type="presOf" srcId="{4DD23672-F5A3-4C58-97CE-35BA62FC5D4B}" destId="{5555922D-2599-409D-8E0F-0C99C1B3905C}" srcOrd="0" destOrd="0" presId="urn:microsoft.com/office/officeart/2018/2/layout/IconCircleList"/>
    <dgm:cxn modelId="{EA3830D9-85D2-45EB-8FB5-A6154B519791}" type="presOf" srcId="{A90897DC-D815-4F2F-9719-0042DA700D5A}" destId="{A342412E-FDCC-44C0-ADB9-3991A4F87343}" srcOrd="0" destOrd="0" presId="urn:microsoft.com/office/officeart/2018/2/layout/IconCircleList"/>
    <dgm:cxn modelId="{6A6B49FB-90E1-480B-9B5D-C3A1969CCC27}" srcId="{4DD23672-F5A3-4C58-97CE-35BA62FC5D4B}" destId="{D4A0622C-924D-4465-AA1E-286CB7AEC56D}" srcOrd="2" destOrd="0" parTransId="{3EE3C834-D240-43F7-8AAB-57C61E345999}" sibTransId="{A90897DC-D815-4F2F-9719-0042DA700D5A}"/>
    <dgm:cxn modelId="{EAEA5AD4-9810-422F-8AE1-BB6D6FE44627}" type="presParOf" srcId="{5555922D-2599-409D-8E0F-0C99C1B3905C}" destId="{1BB5504E-9027-416D-834C-F5930014889F}" srcOrd="0" destOrd="0" presId="urn:microsoft.com/office/officeart/2018/2/layout/IconCircleList"/>
    <dgm:cxn modelId="{217E0FF5-63E7-4854-8723-1D496F7E5134}" type="presParOf" srcId="{1BB5504E-9027-416D-834C-F5930014889F}" destId="{C838460D-0C6F-43E2-8B69-E25AE0DDFA7C}" srcOrd="0" destOrd="0" presId="urn:microsoft.com/office/officeart/2018/2/layout/IconCircleList"/>
    <dgm:cxn modelId="{AA144663-2369-497B-8112-F823EA54BA35}" type="presParOf" srcId="{C838460D-0C6F-43E2-8B69-E25AE0DDFA7C}" destId="{DDD3D355-2175-4E55-B296-8B23D377EEC6}" srcOrd="0" destOrd="0" presId="urn:microsoft.com/office/officeart/2018/2/layout/IconCircleList"/>
    <dgm:cxn modelId="{946D5815-D92E-4A8C-B307-6D00F3469EF4}" type="presParOf" srcId="{C838460D-0C6F-43E2-8B69-E25AE0DDFA7C}" destId="{C1EEC162-A49D-4601-9F78-78E88701960E}" srcOrd="1" destOrd="0" presId="urn:microsoft.com/office/officeart/2018/2/layout/IconCircleList"/>
    <dgm:cxn modelId="{5439B264-3E93-4CF3-9B6D-76B7273E8AFC}" type="presParOf" srcId="{C838460D-0C6F-43E2-8B69-E25AE0DDFA7C}" destId="{9C727121-1036-4B03-838C-A07256DFC517}" srcOrd="2" destOrd="0" presId="urn:microsoft.com/office/officeart/2018/2/layout/IconCircleList"/>
    <dgm:cxn modelId="{0D9D76D9-6492-41F7-8EB7-7BC5ED02B1F0}" type="presParOf" srcId="{C838460D-0C6F-43E2-8B69-E25AE0DDFA7C}" destId="{2D9D2A21-90DF-4307-95E4-897219396084}" srcOrd="3" destOrd="0" presId="urn:microsoft.com/office/officeart/2018/2/layout/IconCircleList"/>
    <dgm:cxn modelId="{48E10FE2-7CF7-40C5-829A-73F6F37143AF}" type="presParOf" srcId="{1BB5504E-9027-416D-834C-F5930014889F}" destId="{5D64EF5D-6DB2-4512-A97C-75EA8F1D684F}" srcOrd="1" destOrd="0" presId="urn:microsoft.com/office/officeart/2018/2/layout/IconCircleList"/>
    <dgm:cxn modelId="{43B2FF60-932A-43D1-B602-C24FB5648F5A}" type="presParOf" srcId="{1BB5504E-9027-416D-834C-F5930014889F}" destId="{EAA9CF30-84E4-4DBF-AA21-D766E4141378}" srcOrd="2" destOrd="0" presId="urn:microsoft.com/office/officeart/2018/2/layout/IconCircleList"/>
    <dgm:cxn modelId="{06ED3A4B-2E66-47BD-9265-D98271897FFB}" type="presParOf" srcId="{EAA9CF30-84E4-4DBF-AA21-D766E4141378}" destId="{C35B9285-B71F-4832-8F90-0A08F717DABE}" srcOrd="0" destOrd="0" presId="urn:microsoft.com/office/officeart/2018/2/layout/IconCircleList"/>
    <dgm:cxn modelId="{9B5A9CE6-350C-4FC5-9018-F6E1500F7826}" type="presParOf" srcId="{EAA9CF30-84E4-4DBF-AA21-D766E4141378}" destId="{5352F2D7-CEE4-40D8-A28B-369CC5586CCC}" srcOrd="1" destOrd="0" presId="urn:microsoft.com/office/officeart/2018/2/layout/IconCircleList"/>
    <dgm:cxn modelId="{7F78C0C5-B2DA-4858-AE89-3991D7E60F51}" type="presParOf" srcId="{EAA9CF30-84E4-4DBF-AA21-D766E4141378}" destId="{FEEECB50-BB9E-45E8-9C63-84A9FD820EA5}" srcOrd="2" destOrd="0" presId="urn:microsoft.com/office/officeart/2018/2/layout/IconCircleList"/>
    <dgm:cxn modelId="{68DB57B6-6821-4158-85D1-656C40F90DD6}" type="presParOf" srcId="{EAA9CF30-84E4-4DBF-AA21-D766E4141378}" destId="{C6EB6273-36BE-4CE0-9D4B-8A7B797848F4}" srcOrd="3" destOrd="0" presId="urn:microsoft.com/office/officeart/2018/2/layout/IconCircleList"/>
    <dgm:cxn modelId="{0FF45FB3-7CA1-4116-9D09-4170B1836B59}" type="presParOf" srcId="{1BB5504E-9027-416D-834C-F5930014889F}" destId="{A09AD8FC-CDD2-4776-A1DF-5A327DADE5ED}" srcOrd="3" destOrd="0" presId="urn:microsoft.com/office/officeart/2018/2/layout/IconCircleList"/>
    <dgm:cxn modelId="{9DDA13A6-A43C-4D0B-B9C3-4573FC1A5C00}" type="presParOf" srcId="{1BB5504E-9027-416D-834C-F5930014889F}" destId="{7E72DD41-CB9A-49DE-9924-C0FFDB73328D}" srcOrd="4" destOrd="0" presId="urn:microsoft.com/office/officeart/2018/2/layout/IconCircleList"/>
    <dgm:cxn modelId="{D5BF64A2-37C8-4E08-A448-F9C3FCBC4E82}" type="presParOf" srcId="{7E72DD41-CB9A-49DE-9924-C0FFDB73328D}" destId="{286B2CDE-1236-4C4A-8F2D-411F3363E5AB}" srcOrd="0" destOrd="0" presId="urn:microsoft.com/office/officeart/2018/2/layout/IconCircleList"/>
    <dgm:cxn modelId="{977CB675-B627-4E6B-9248-79A0B6F8086B}" type="presParOf" srcId="{7E72DD41-CB9A-49DE-9924-C0FFDB73328D}" destId="{3FFC23E9-7D5E-4107-AF2B-B63141BD6B2B}" srcOrd="1" destOrd="0" presId="urn:microsoft.com/office/officeart/2018/2/layout/IconCircleList"/>
    <dgm:cxn modelId="{1226BAB3-0EDD-4331-A3EE-C7BCECA3A8D6}" type="presParOf" srcId="{7E72DD41-CB9A-49DE-9924-C0FFDB73328D}" destId="{19E87C78-1A7C-4057-A07C-E7F5D644640D}" srcOrd="2" destOrd="0" presId="urn:microsoft.com/office/officeart/2018/2/layout/IconCircleList"/>
    <dgm:cxn modelId="{D48D0AEC-0B1E-4929-B415-E81E2E0B591E}" type="presParOf" srcId="{7E72DD41-CB9A-49DE-9924-C0FFDB73328D}" destId="{EF04F835-8E0A-4EE3-B182-3156109F76B9}" srcOrd="3" destOrd="0" presId="urn:microsoft.com/office/officeart/2018/2/layout/IconCircleList"/>
    <dgm:cxn modelId="{84E5CC86-0E43-4A63-9008-1692AC8AFF48}" type="presParOf" srcId="{1BB5504E-9027-416D-834C-F5930014889F}" destId="{A342412E-FDCC-44C0-ADB9-3991A4F87343}" srcOrd="5" destOrd="0" presId="urn:microsoft.com/office/officeart/2018/2/layout/IconCircleList"/>
    <dgm:cxn modelId="{B5C3F2CE-47D0-4A17-ACC9-36C430142EFC}" type="presParOf" srcId="{1BB5504E-9027-416D-834C-F5930014889F}" destId="{B86D6619-EBE0-4781-AA23-A5271DEBC01E}" srcOrd="6" destOrd="0" presId="urn:microsoft.com/office/officeart/2018/2/layout/IconCircleList"/>
    <dgm:cxn modelId="{4220DCA6-6A9E-4199-83EA-29F61908D18D}" type="presParOf" srcId="{B86D6619-EBE0-4781-AA23-A5271DEBC01E}" destId="{4EE34702-F675-42F5-8356-07AC86F15CBC}" srcOrd="0" destOrd="0" presId="urn:microsoft.com/office/officeart/2018/2/layout/IconCircleList"/>
    <dgm:cxn modelId="{31E23B3E-6C49-4F16-B28D-EDF8D275D6F3}" type="presParOf" srcId="{B86D6619-EBE0-4781-AA23-A5271DEBC01E}" destId="{00CFBF12-1F5E-438B-81E6-65A2DBC7333A}" srcOrd="1" destOrd="0" presId="urn:microsoft.com/office/officeart/2018/2/layout/IconCircleList"/>
    <dgm:cxn modelId="{80FB3195-37FA-418C-9F9C-38048AE5F80A}" type="presParOf" srcId="{B86D6619-EBE0-4781-AA23-A5271DEBC01E}" destId="{F8BC26BF-E0EF-446A-B6A2-A17B36597A97}" srcOrd="2" destOrd="0" presId="urn:microsoft.com/office/officeart/2018/2/layout/IconCircleList"/>
    <dgm:cxn modelId="{91636849-44AF-4E22-A7BD-508439CC07F7}" type="presParOf" srcId="{B86D6619-EBE0-4781-AA23-A5271DEBC01E}" destId="{E5553458-8604-4A2C-84EB-17619C85E6A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022ED0DA-AFC4-4729-9C57-FBB913CC1AAB}" type="doc">
      <dgm:prSet loTypeId="urn:microsoft.com/office/officeart/2005/8/layout/hierarchy3" loCatId="hierarchy" qsTypeId="urn:microsoft.com/office/officeart/2005/8/quickstyle/simple1" qsCatId="simple" csTypeId="urn:microsoft.com/office/officeart/2005/8/colors/colorful1" csCatId="colorful"/>
      <dgm:spPr/>
      <dgm:t>
        <a:bodyPr/>
        <a:lstStyle/>
        <a:p>
          <a:endParaRPr lang="en-US"/>
        </a:p>
      </dgm:t>
    </dgm:pt>
    <dgm:pt modelId="{CFD54AD3-884E-43AE-94CC-F6F1423A7B7D}">
      <dgm:prSet/>
      <dgm:spPr/>
      <dgm:t>
        <a:bodyPr/>
        <a:lstStyle/>
        <a:p>
          <a:r>
            <a:rPr lang="fr-FR"/>
            <a:t>"La gestion financière centralisée me fait gagner des heures de travail chaque mois. Pour notre bilan annuel, tout était prêt en quelques clics !"— Amina F., Secrétaire générale d'une fédération régionale« </a:t>
          </a:r>
          <a:endParaRPr lang="en-US"/>
        </a:p>
      </dgm:t>
    </dgm:pt>
    <dgm:pt modelId="{F711E329-59A7-4523-9F7D-EB352D71F076}" type="parTrans" cxnId="{4419A2FD-ADC5-4641-81E1-911620A7E51F}">
      <dgm:prSet/>
      <dgm:spPr/>
      <dgm:t>
        <a:bodyPr/>
        <a:lstStyle/>
        <a:p>
          <a:endParaRPr lang="en-US"/>
        </a:p>
      </dgm:t>
    </dgm:pt>
    <dgm:pt modelId="{2F6F593E-A088-4554-BB1D-B22355690953}" type="sibTrans" cxnId="{4419A2FD-ADC5-4641-81E1-911620A7E51F}">
      <dgm:prSet/>
      <dgm:spPr/>
      <dgm:t>
        <a:bodyPr/>
        <a:lstStyle/>
        <a:p>
          <a:endParaRPr lang="en-US"/>
        </a:p>
      </dgm:t>
    </dgm:pt>
    <dgm:pt modelId="{7C2F216D-234C-4BBE-81CF-4E9FE2619896}">
      <dgm:prSet/>
      <dgm:spPr/>
      <dgm:t>
        <a:bodyPr/>
        <a:lstStyle/>
        <a:p>
          <a:r>
            <a:rPr lang="fr-FR"/>
            <a:t>En tant que parent, j'apprécie de pouvoir suivre les progrès de ma fille et de recevoir toutes les informations importantes directement sur mon téléphone."— Fatima K., Parent d'une jeune judoka</a:t>
          </a:r>
          <a:endParaRPr lang="en-US"/>
        </a:p>
      </dgm:t>
    </dgm:pt>
    <dgm:pt modelId="{02CF29E5-FAF8-4F65-BAB5-03AA6A804347}" type="parTrans" cxnId="{00F47298-018F-4B23-AF03-398C07B3AA3E}">
      <dgm:prSet/>
      <dgm:spPr/>
      <dgm:t>
        <a:bodyPr/>
        <a:lstStyle/>
        <a:p>
          <a:endParaRPr lang="en-US"/>
        </a:p>
      </dgm:t>
    </dgm:pt>
    <dgm:pt modelId="{CFB02303-9510-4558-B09C-1276D6D2F543}" type="sibTrans" cxnId="{00F47298-018F-4B23-AF03-398C07B3AA3E}">
      <dgm:prSet/>
      <dgm:spPr/>
      <dgm:t>
        <a:bodyPr/>
        <a:lstStyle/>
        <a:p>
          <a:endParaRPr lang="en-US"/>
        </a:p>
      </dgm:t>
    </dgm:pt>
    <dgm:pt modelId="{1FEE7F4F-0F3F-47B8-A5A9-EF4F9A799CD2}" type="pres">
      <dgm:prSet presAssocID="{022ED0DA-AFC4-4729-9C57-FBB913CC1AAB}" presName="diagram" presStyleCnt="0">
        <dgm:presLayoutVars>
          <dgm:chPref val="1"/>
          <dgm:dir/>
          <dgm:animOne val="branch"/>
          <dgm:animLvl val="lvl"/>
          <dgm:resizeHandles/>
        </dgm:presLayoutVars>
      </dgm:prSet>
      <dgm:spPr/>
    </dgm:pt>
    <dgm:pt modelId="{7FAA8CCC-FBA3-41CA-99E6-EA9894CC96D6}" type="pres">
      <dgm:prSet presAssocID="{CFD54AD3-884E-43AE-94CC-F6F1423A7B7D}" presName="root" presStyleCnt="0"/>
      <dgm:spPr/>
    </dgm:pt>
    <dgm:pt modelId="{CBEF5AA5-8D88-423C-8FD7-E844C502B6C4}" type="pres">
      <dgm:prSet presAssocID="{CFD54AD3-884E-43AE-94CC-F6F1423A7B7D}" presName="rootComposite" presStyleCnt="0"/>
      <dgm:spPr/>
    </dgm:pt>
    <dgm:pt modelId="{255E376B-008D-4A7A-8657-B0F14EE0C616}" type="pres">
      <dgm:prSet presAssocID="{CFD54AD3-884E-43AE-94CC-F6F1423A7B7D}" presName="rootText" presStyleLbl="node1" presStyleIdx="0" presStyleCnt="2"/>
      <dgm:spPr/>
    </dgm:pt>
    <dgm:pt modelId="{61EC17CC-113E-4C4A-9A2E-0B8BE93C2DB2}" type="pres">
      <dgm:prSet presAssocID="{CFD54AD3-884E-43AE-94CC-F6F1423A7B7D}" presName="rootConnector" presStyleLbl="node1" presStyleIdx="0" presStyleCnt="2"/>
      <dgm:spPr/>
    </dgm:pt>
    <dgm:pt modelId="{75279625-70D2-4A21-A231-2FEC63142656}" type="pres">
      <dgm:prSet presAssocID="{CFD54AD3-884E-43AE-94CC-F6F1423A7B7D}" presName="childShape" presStyleCnt="0"/>
      <dgm:spPr/>
    </dgm:pt>
    <dgm:pt modelId="{B88FC615-C90B-4382-8BFB-C0CB2FE03E13}" type="pres">
      <dgm:prSet presAssocID="{7C2F216D-234C-4BBE-81CF-4E9FE2619896}" presName="root" presStyleCnt="0"/>
      <dgm:spPr/>
    </dgm:pt>
    <dgm:pt modelId="{2BBF5136-4C45-470A-805E-AB228E3831DB}" type="pres">
      <dgm:prSet presAssocID="{7C2F216D-234C-4BBE-81CF-4E9FE2619896}" presName="rootComposite" presStyleCnt="0"/>
      <dgm:spPr/>
    </dgm:pt>
    <dgm:pt modelId="{713CD398-4679-4CD1-99CF-B6ACD1E34463}" type="pres">
      <dgm:prSet presAssocID="{7C2F216D-234C-4BBE-81CF-4E9FE2619896}" presName="rootText" presStyleLbl="node1" presStyleIdx="1" presStyleCnt="2"/>
      <dgm:spPr/>
    </dgm:pt>
    <dgm:pt modelId="{471D1ABD-44D1-4C31-9B5F-C1DC2FA4C82F}" type="pres">
      <dgm:prSet presAssocID="{7C2F216D-234C-4BBE-81CF-4E9FE2619896}" presName="rootConnector" presStyleLbl="node1" presStyleIdx="1" presStyleCnt="2"/>
      <dgm:spPr/>
    </dgm:pt>
    <dgm:pt modelId="{FF9551CA-88B2-434F-9E80-0AACB385CA94}" type="pres">
      <dgm:prSet presAssocID="{7C2F216D-234C-4BBE-81CF-4E9FE2619896}" presName="childShape" presStyleCnt="0"/>
      <dgm:spPr/>
    </dgm:pt>
  </dgm:ptLst>
  <dgm:cxnLst>
    <dgm:cxn modelId="{95249302-7437-4E08-8F0D-AD7D1E75063E}" type="presOf" srcId="{CFD54AD3-884E-43AE-94CC-F6F1423A7B7D}" destId="{61EC17CC-113E-4C4A-9A2E-0B8BE93C2DB2}" srcOrd="1" destOrd="0" presId="urn:microsoft.com/office/officeart/2005/8/layout/hierarchy3"/>
    <dgm:cxn modelId="{BB7EA311-D567-4262-AC56-9908CD363C81}" type="presOf" srcId="{CFD54AD3-884E-43AE-94CC-F6F1423A7B7D}" destId="{255E376B-008D-4A7A-8657-B0F14EE0C616}" srcOrd="0" destOrd="0" presId="urn:microsoft.com/office/officeart/2005/8/layout/hierarchy3"/>
    <dgm:cxn modelId="{4E13E718-64E8-4C36-B1E0-D880F898C7B4}" type="presOf" srcId="{7C2F216D-234C-4BBE-81CF-4E9FE2619896}" destId="{471D1ABD-44D1-4C31-9B5F-C1DC2FA4C82F}" srcOrd="1" destOrd="0" presId="urn:microsoft.com/office/officeart/2005/8/layout/hierarchy3"/>
    <dgm:cxn modelId="{EB949095-14EE-49FF-A3B9-F39BFE5CB285}" type="presOf" srcId="{022ED0DA-AFC4-4729-9C57-FBB913CC1AAB}" destId="{1FEE7F4F-0F3F-47B8-A5A9-EF4F9A799CD2}" srcOrd="0" destOrd="0" presId="urn:microsoft.com/office/officeart/2005/8/layout/hierarchy3"/>
    <dgm:cxn modelId="{00F47298-018F-4B23-AF03-398C07B3AA3E}" srcId="{022ED0DA-AFC4-4729-9C57-FBB913CC1AAB}" destId="{7C2F216D-234C-4BBE-81CF-4E9FE2619896}" srcOrd="1" destOrd="0" parTransId="{02CF29E5-FAF8-4F65-BAB5-03AA6A804347}" sibTransId="{CFB02303-9510-4558-B09C-1276D6D2F543}"/>
    <dgm:cxn modelId="{981EA6E5-667E-417E-BE65-F322D6D4FC09}" type="presOf" srcId="{7C2F216D-234C-4BBE-81CF-4E9FE2619896}" destId="{713CD398-4679-4CD1-99CF-B6ACD1E34463}" srcOrd="0" destOrd="0" presId="urn:microsoft.com/office/officeart/2005/8/layout/hierarchy3"/>
    <dgm:cxn modelId="{4419A2FD-ADC5-4641-81E1-911620A7E51F}" srcId="{022ED0DA-AFC4-4729-9C57-FBB913CC1AAB}" destId="{CFD54AD3-884E-43AE-94CC-F6F1423A7B7D}" srcOrd="0" destOrd="0" parTransId="{F711E329-59A7-4523-9F7D-EB352D71F076}" sibTransId="{2F6F593E-A088-4554-BB1D-B22355690953}"/>
    <dgm:cxn modelId="{2C2B2C24-F715-400F-BF95-DD45DA90B7BE}" type="presParOf" srcId="{1FEE7F4F-0F3F-47B8-A5A9-EF4F9A799CD2}" destId="{7FAA8CCC-FBA3-41CA-99E6-EA9894CC96D6}" srcOrd="0" destOrd="0" presId="urn:microsoft.com/office/officeart/2005/8/layout/hierarchy3"/>
    <dgm:cxn modelId="{047CFD18-20F3-4BC0-862A-59F20D06BAA5}" type="presParOf" srcId="{7FAA8CCC-FBA3-41CA-99E6-EA9894CC96D6}" destId="{CBEF5AA5-8D88-423C-8FD7-E844C502B6C4}" srcOrd="0" destOrd="0" presId="urn:microsoft.com/office/officeart/2005/8/layout/hierarchy3"/>
    <dgm:cxn modelId="{872919C1-8F69-4118-AFEA-35F1655076FC}" type="presParOf" srcId="{CBEF5AA5-8D88-423C-8FD7-E844C502B6C4}" destId="{255E376B-008D-4A7A-8657-B0F14EE0C616}" srcOrd="0" destOrd="0" presId="urn:microsoft.com/office/officeart/2005/8/layout/hierarchy3"/>
    <dgm:cxn modelId="{2C7CF645-371B-4355-95A4-362D8A7E37D4}" type="presParOf" srcId="{CBEF5AA5-8D88-423C-8FD7-E844C502B6C4}" destId="{61EC17CC-113E-4C4A-9A2E-0B8BE93C2DB2}" srcOrd="1" destOrd="0" presId="urn:microsoft.com/office/officeart/2005/8/layout/hierarchy3"/>
    <dgm:cxn modelId="{6BD64DF2-9381-4C8B-8FE7-E09CD4FF5834}" type="presParOf" srcId="{7FAA8CCC-FBA3-41CA-99E6-EA9894CC96D6}" destId="{75279625-70D2-4A21-A231-2FEC63142656}" srcOrd="1" destOrd="0" presId="urn:microsoft.com/office/officeart/2005/8/layout/hierarchy3"/>
    <dgm:cxn modelId="{3CFBA224-F502-4287-957B-BBD3DA0E3A20}" type="presParOf" srcId="{1FEE7F4F-0F3F-47B8-A5A9-EF4F9A799CD2}" destId="{B88FC615-C90B-4382-8BFB-C0CB2FE03E13}" srcOrd="1" destOrd="0" presId="urn:microsoft.com/office/officeart/2005/8/layout/hierarchy3"/>
    <dgm:cxn modelId="{3414D4AA-6550-4195-9CD2-0603E7B8899C}" type="presParOf" srcId="{B88FC615-C90B-4382-8BFB-C0CB2FE03E13}" destId="{2BBF5136-4C45-470A-805E-AB228E3831DB}" srcOrd="0" destOrd="0" presId="urn:microsoft.com/office/officeart/2005/8/layout/hierarchy3"/>
    <dgm:cxn modelId="{9BC1972D-090E-4597-B032-1846D0A98D0F}" type="presParOf" srcId="{2BBF5136-4C45-470A-805E-AB228E3831DB}" destId="{713CD398-4679-4CD1-99CF-B6ACD1E34463}" srcOrd="0" destOrd="0" presId="urn:microsoft.com/office/officeart/2005/8/layout/hierarchy3"/>
    <dgm:cxn modelId="{6499956B-8217-469B-8F9A-9FC7A77B8F3C}" type="presParOf" srcId="{2BBF5136-4C45-470A-805E-AB228E3831DB}" destId="{471D1ABD-44D1-4C31-9B5F-C1DC2FA4C82F}" srcOrd="1" destOrd="0" presId="urn:microsoft.com/office/officeart/2005/8/layout/hierarchy3"/>
    <dgm:cxn modelId="{CBE21271-F71E-4F77-A898-AC441E29B0DC}" type="presParOf" srcId="{B88FC615-C90B-4382-8BFB-C0CB2FE03E13}" destId="{FF9551CA-88B2-434F-9E80-0AACB385CA94}"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6ACB12D-53C1-4F10-BD00-596C7597607F}" type="doc">
      <dgm:prSet loTypeId="urn:microsoft.com/office/officeart/2005/8/layout/vList5" loCatId="list" qsTypeId="urn:microsoft.com/office/officeart/2005/8/quickstyle/simple1" qsCatId="simple" csTypeId="urn:microsoft.com/office/officeart/2005/8/colors/colorful2" csCatId="colorful"/>
      <dgm:spPr/>
      <dgm:t>
        <a:bodyPr/>
        <a:lstStyle/>
        <a:p>
          <a:endParaRPr lang="en-US"/>
        </a:p>
      </dgm:t>
    </dgm:pt>
    <dgm:pt modelId="{FBA31E17-02CD-460E-AAD8-4629F331DC3D}">
      <dgm:prSet/>
      <dgm:spPr/>
      <dgm:t>
        <a:bodyPr/>
        <a:lstStyle/>
        <a:p>
          <a:r>
            <a:rPr lang="fr-FR" b="1"/>
            <a:t>Pour les petits clubs (moins de 100 membres)</a:t>
          </a:r>
          <a:endParaRPr lang="en-US"/>
        </a:p>
      </dgm:t>
    </dgm:pt>
    <dgm:pt modelId="{F662E3B7-E9A2-43D6-A612-ECFF96E67FBF}" type="parTrans" cxnId="{F8571FD5-B591-4588-A4A4-11C8E7352A4F}">
      <dgm:prSet/>
      <dgm:spPr/>
      <dgm:t>
        <a:bodyPr/>
        <a:lstStyle/>
        <a:p>
          <a:endParaRPr lang="en-US"/>
        </a:p>
      </dgm:t>
    </dgm:pt>
    <dgm:pt modelId="{85C6CFB8-B5B5-4C67-BC1F-DA11A7284B54}" type="sibTrans" cxnId="{F8571FD5-B591-4588-A4A4-11C8E7352A4F}">
      <dgm:prSet/>
      <dgm:spPr/>
      <dgm:t>
        <a:bodyPr/>
        <a:lstStyle/>
        <a:p>
          <a:endParaRPr lang="en-US"/>
        </a:p>
      </dgm:t>
    </dgm:pt>
    <dgm:pt modelId="{A7164B66-BC79-47B1-9350-D5669C02F904}">
      <dgm:prSet/>
      <dgm:spPr/>
      <dgm:t>
        <a:bodyPr/>
        <a:lstStyle/>
        <a:p>
          <a:r>
            <a:rPr lang="fr-FR" b="1"/>
            <a:t>Formule essentielle</a:t>
          </a:r>
          <a:r>
            <a:rPr lang="fr-FR"/>
            <a:t> avec les fonctionnalités de base</a:t>
          </a:r>
          <a:endParaRPr lang="en-US"/>
        </a:p>
      </dgm:t>
    </dgm:pt>
    <dgm:pt modelId="{7376E8BD-C878-4689-B461-D594797F19E7}" type="parTrans" cxnId="{6CE52CC1-F92C-4CFE-A1A3-7A8ECAFAB1AF}">
      <dgm:prSet/>
      <dgm:spPr/>
      <dgm:t>
        <a:bodyPr/>
        <a:lstStyle/>
        <a:p>
          <a:endParaRPr lang="en-US"/>
        </a:p>
      </dgm:t>
    </dgm:pt>
    <dgm:pt modelId="{EEE0301B-D7DA-4980-97DA-43D81671B4BC}" type="sibTrans" cxnId="{6CE52CC1-F92C-4CFE-A1A3-7A8ECAFAB1AF}">
      <dgm:prSet/>
      <dgm:spPr/>
      <dgm:t>
        <a:bodyPr/>
        <a:lstStyle/>
        <a:p>
          <a:endParaRPr lang="en-US"/>
        </a:p>
      </dgm:t>
    </dgm:pt>
    <dgm:pt modelId="{824521C6-8577-45BE-8F35-BE9995306C21}">
      <dgm:prSet/>
      <dgm:spPr/>
      <dgm:t>
        <a:bodyPr/>
        <a:lstStyle/>
        <a:p>
          <a:r>
            <a:rPr lang="fr-FR"/>
            <a:t>Gestion simplifiée des adhérents et des cours</a:t>
          </a:r>
          <a:endParaRPr lang="en-US"/>
        </a:p>
      </dgm:t>
    </dgm:pt>
    <dgm:pt modelId="{F402BF7E-7C0B-47E2-B42A-F590EB98741F}" type="parTrans" cxnId="{7CE9689B-D3E7-480E-B7B5-880A086EC152}">
      <dgm:prSet/>
      <dgm:spPr/>
      <dgm:t>
        <a:bodyPr/>
        <a:lstStyle/>
        <a:p>
          <a:endParaRPr lang="en-US"/>
        </a:p>
      </dgm:t>
    </dgm:pt>
    <dgm:pt modelId="{D777ECCF-33CF-4086-9221-B2C5AE3BD22B}" type="sibTrans" cxnId="{7CE9689B-D3E7-480E-B7B5-880A086EC152}">
      <dgm:prSet/>
      <dgm:spPr/>
      <dgm:t>
        <a:bodyPr/>
        <a:lstStyle/>
        <a:p>
          <a:endParaRPr lang="en-US"/>
        </a:p>
      </dgm:t>
    </dgm:pt>
    <dgm:pt modelId="{8178E42A-0AF4-4191-9E35-EF567276D2E1}">
      <dgm:prSet/>
      <dgm:spPr/>
      <dgm:t>
        <a:bodyPr/>
        <a:lstStyle/>
        <a:p>
          <a:r>
            <a:rPr lang="fr-FR"/>
            <a:t>Interface intuitive, prise en main immédiate</a:t>
          </a:r>
          <a:endParaRPr lang="en-US"/>
        </a:p>
      </dgm:t>
    </dgm:pt>
    <dgm:pt modelId="{E2840D7D-41AD-469A-A97B-B0E51AFB0B21}" type="parTrans" cxnId="{66BFC2E9-F582-4627-892E-F3DAE52D159B}">
      <dgm:prSet/>
      <dgm:spPr/>
      <dgm:t>
        <a:bodyPr/>
        <a:lstStyle/>
        <a:p>
          <a:endParaRPr lang="en-US"/>
        </a:p>
      </dgm:t>
    </dgm:pt>
    <dgm:pt modelId="{3F53B7A5-B4C6-4672-B94D-5915268DE90D}" type="sibTrans" cxnId="{66BFC2E9-F582-4627-892E-F3DAE52D159B}">
      <dgm:prSet/>
      <dgm:spPr/>
      <dgm:t>
        <a:bodyPr/>
        <a:lstStyle/>
        <a:p>
          <a:endParaRPr lang="en-US"/>
        </a:p>
      </dgm:t>
    </dgm:pt>
    <dgm:pt modelId="{F78A6821-89B6-40C8-A7B8-68CB9678A78D}">
      <dgm:prSet/>
      <dgm:spPr/>
      <dgm:t>
        <a:bodyPr/>
        <a:lstStyle/>
        <a:p>
          <a:r>
            <a:rPr lang="fr-FR"/>
            <a:t>Tarification accessible</a:t>
          </a:r>
          <a:endParaRPr lang="en-US"/>
        </a:p>
      </dgm:t>
    </dgm:pt>
    <dgm:pt modelId="{B3ED1FC0-D064-434C-BA5F-97731E7B2819}" type="parTrans" cxnId="{591F3B35-AEAA-4435-9A0D-5C6A6696DE3C}">
      <dgm:prSet/>
      <dgm:spPr/>
      <dgm:t>
        <a:bodyPr/>
        <a:lstStyle/>
        <a:p>
          <a:endParaRPr lang="en-US"/>
        </a:p>
      </dgm:t>
    </dgm:pt>
    <dgm:pt modelId="{364DFED1-9B89-4E1A-90B0-07709F2CB92D}" type="sibTrans" cxnId="{591F3B35-AEAA-4435-9A0D-5C6A6696DE3C}">
      <dgm:prSet/>
      <dgm:spPr/>
      <dgm:t>
        <a:bodyPr/>
        <a:lstStyle/>
        <a:p>
          <a:endParaRPr lang="en-US"/>
        </a:p>
      </dgm:t>
    </dgm:pt>
    <dgm:pt modelId="{7D91AA32-34C0-479D-9F87-FBD14B2C47AD}">
      <dgm:prSet/>
      <dgm:spPr/>
      <dgm:t>
        <a:bodyPr/>
        <a:lstStyle/>
        <a:p>
          <a:r>
            <a:rPr lang="fr-FR" b="1"/>
            <a:t>Pour les clubs moyens à grands (100 à 500 membres)</a:t>
          </a:r>
          <a:endParaRPr lang="en-US"/>
        </a:p>
      </dgm:t>
    </dgm:pt>
    <dgm:pt modelId="{86B869F2-5EE0-4128-9EDD-D3664FB97290}" type="parTrans" cxnId="{B8959A03-F937-4CCA-BB85-B9D5F0A86C27}">
      <dgm:prSet/>
      <dgm:spPr/>
      <dgm:t>
        <a:bodyPr/>
        <a:lstStyle/>
        <a:p>
          <a:endParaRPr lang="en-US"/>
        </a:p>
      </dgm:t>
    </dgm:pt>
    <dgm:pt modelId="{C51C7D49-699A-4209-AD43-2E9824483870}" type="sibTrans" cxnId="{B8959A03-F937-4CCA-BB85-B9D5F0A86C27}">
      <dgm:prSet/>
      <dgm:spPr/>
      <dgm:t>
        <a:bodyPr/>
        <a:lstStyle/>
        <a:p>
          <a:endParaRPr lang="en-US"/>
        </a:p>
      </dgm:t>
    </dgm:pt>
    <dgm:pt modelId="{D98952EC-A71D-447F-A34D-EC551E4E26E2}">
      <dgm:prSet/>
      <dgm:spPr/>
      <dgm:t>
        <a:bodyPr/>
        <a:lstStyle/>
        <a:p>
          <a:r>
            <a:rPr lang="fr-FR" b="1"/>
            <a:t>Formule standard</a:t>
          </a:r>
          <a:r>
            <a:rPr lang="fr-FR"/>
            <a:t> avec fonctionnalités avancées</a:t>
          </a:r>
          <a:endParaRPr lang="en-US"/>
        </a:p>
      </dgm:t>
    </dgm:pt>
    <dgm:pt modelId="{7F50CF0A-BB82-4B0D-8B6F-F0E9C6433D7A}" type="parTrans" cxnId="{25A27098-EE0A-4EC4-A4CC-833D95E6C1C4}">
      <dgm:prSet/>
      <dgm:spPr/>
      <dgm:t>
        <a:bodyPr/>
        <a:lstStyle/>
        <a:p>
          <a:endParaRPr lang="en-US"/>
        </a:p>
      </dgm:t>
    </dgm:pt>
    <dgm:pt modelId="{512EA766-15BE-4856-9E03-FF5B8CC5881D}" type="sibTrans" cxnId="{25A27098-EE0A-4EC4-A4CC-833D95E6C1C4}">
      <dgm:prSet/>
      <dgm:spPr/>
      <dgm:t>
        <a:bodyPr/>
        <a:lstStyle/>
        <a:p>
          <a:endParaRPr lang="en-US"/>
        </a:p>
      </dgm:t>
    </dgm:pt>
    <dgm:pt modelId="{0A77D282-7F48-4CC5-8B07-233EA626716D}">
      <dgm:prSet/>
      <dgm:spPr/>
      <dgm:t>
        <a:bodyPr/>
        <a:lstStyle/>
        <a:p>
          <a:r>
            <a:rPr lang="fr-FR"/>
            <a:t>Gestion multi-disciplines et multi-sections</a:t>
          </a:r>
          <a:endParaRPr lang="en-US"/>
        </a:p>
      </dgm:t>
    </dgm:pt>
    <dgm:pt modelId="{C1F5433A-6A93-415C-88D0-38FC3510FA28}" type="parTrans" cxnId="{614DCEF0-AF29-4ADA-BC53-A1999503A90B}">
      <dgm:prSet/>
      <dgm:spPr/>
      <dgm:t>
        <a:bodyPr/>
        <a:lstStyle/>
        <a:p>
          <a:endParaRPr lang="en-US"/>
        </a:p>
      </dgm:t>
    </dgm:pt>
    <dgm:pt modelId="{DAB03A09-C738-4E8F-A4AD-9C984C4D720C}" type="sibTrans" cxnId="{614DCEF0-AF29-4ADA-BC53-A1999503A90B}">
      <dgm:prSet/>
      <dgm:spPr/>
      <dgm:t>
        <a:bodyPr/>
        <a:lstStyle/>
        <a:p>
          <a:endParaRPr lang="en-US"/>
        </a:p>
      </dgm:t>
    </dgm:pt>
    <dgm:pt modelId="{5C1737EB-DE23-4389-99C9-FE47015292A7}">
      <dgm:prSet/>
      <dgm:spPr/>
      <dgm:t>
        <a:bodyPr/>
        <a:lstStyle/>
        <a:p>
          <a:r>
            <a:rPr lang="fr-FR"/>
            <a:t>Outils analytiques et statistiques</a:t>
          </a:r>
          <a:endParaRPr lang="en-US"/>
        </a:p>
      </dgm:t>
    </dgm:pt>
    <dgm:pt modelId="{A8864515-AC16-49EF-B2D4-D5DCF0F4AA27}" type="parTrans" cxnId="{E1D29172-0F4E-4AD6-82F2-D16551A785C1}">
      <dgm:prSet/>
      <dgm:spPr/>
      <dgm:t>
        <a:bodyPr/>
        <a:lstStyle/>
        <a:p>
          <a:endParaRPr lang="en-US"/>
        </a:p>
      </dgm:t>
    </dgm:pt>
    <dgm:pt modelId="{F56A6551-82DA-42AB-865B-95AA3F8DDEF1}" type="sibTrans" cxnId="{E1D29172-0F4E-4AD6-82F2-D16551A785C1}">
      <dgm:prSet/>
      <dgm:spPr/>
      <dgm:t>
        <a:bodyPr/>
        <a:lstStyle/>
        <a:p>
          <a:endParaRPr lang="en-US"/>
        </a:p>
      </dgm:t>
    </dgm:pt>
    <dgm:pt modelId="{8E164C55-8C43-4962-AFCC-5A032AC22343}">
      <dgm:prSet/>
      <dgm:spPr/>
      <dgm:t>
        <a:bodyPr/>
        <a:lstStyle/>
        <a:p>
          <a:r>
            <a:rPr lang="fr-FR"/>
            <a:t>Options de personnalisation</a:t>
          </a:r>
          <a:endParaRPr lang="en-US"/>
        </a:p>
      </dgm:t>
    </dgm:pt>
    <dgm:pt modelId="{3F03992F-BFCE-4238-81CC-4E5C8494FCA8}" type="parTrans" cxnId="{7AA5B458-FC8E-445B-A95A-F4F6FEC132F0}">
      <dgm:prSet/>
      <dgm:spPr/>
      <dgm:t>
        <a:bodyPr/>
        <a:lstStyle/>
        <a:p>
          <a:endParaRPr lang="en-US"/>
        </a:p>
      </dgm:t>
    </dgm:pt>
    <dgm:pt modelId="{CD55D7A5-9803-467C-9D5F-167D21804395}" type="sibTrans" cxnId="{7AA5B458-FC8E-445B-A95A-F4F6FEC132F0}">
      <dgm:prSet/>
      <dgm:spPr/>
      <dgm:t>
        <a:bodyPr/>
        <a:lstStyle/>
        <a:p>
          <a:endParaRPr lang="en-US"/>
        </a:p>
      </dgm:t>
    </dgm:pt>
    <dgm:pt modelId="{F6591B93-5071-4A73-8B32-AEA034DA2CA2}">
      <dgm:prSet/>
      <dgm:spPr/>
      <dgm:t>
        <a:bodyPr/>
        <a:lstStyle/>
        <a:p>
          <a:r>
            <a:rPr lang="fr-FR" b="1"/>
            <a:t>Pour les fédérations et grandes structures</a:t>
          </a:r>
          <a:endParaRPr lang="en-US"/>
        </a:p>
      </dgm:t>
    </dgm:pt>
    <dgm:pt modelId="{806E6015-309B-42FA-BFB6-18567A10E9F8}" type="parTrans" cxnId="{F4BDF48F-113F-4441-9ED7-311C5450F1E1}">
      <dgm:prSet/>
      <dgm:spPr/>
      <dgm:t>
        <a:bodyPr/>
        <a:lstStyle/>
        <a:p>
          <a:endParaRPr lang="en-US"/>
        </a:p>
      </dgm:t>
    </dgm:pt>
    <dgm:pt modelId="{0E429676-C93B-463D-ABD0-30D791141F5D}" type="sibTrans" cxnId="{F4BDF48F-113F-4441-9ED7-311C5450F1E1}">
      <dgm:prSet/>
      <dgm:spPr/>
      <dgm:t>
        <a:bodyPr/>
        <a:lstStyle/>
        <a:p>
          <a:endParaRPr lang="en-US"/>
        </a:p>
      </dgm:t>
    </dgm:pt>
    <dgm:pt modelId="{69F93EE4-1BC3-4D15-A18C-71444BD093C3}">
      <dgm:prSet/>
      <dgm:spPr/>
      <dgm:t>
        <a:bodyPr/>
        <a:lstStyle/>
        <a:p>
          <a:r>
            <a:rPr lang="fr-FR" b="1"/>
            <a:t>Formule premium</a:t>
          </a:r>
          <a:r>
            <a:rPr lang="fr-FR"/>
            <a:t> sans limitation</a:t>
          </a:r>
          <a:endParaRPr lang="en-US"/>
        </a:p>
      </dgm:t>
    </dgm:pt>
    <dgm:pt modelId="{D63BE077-6E13-4CAF-8C51-BFBE0BD80C63}" type="parTrans" cxnId="{AE567039-9AED-4B1E-9A68-041E6E692CC7}">
      <dgm:prSet/>
      <dgm:spPr/>
      <dgm:t>
        <a:bodyPr/>
        <a:lstStyle/>
        <a:p>
          <a:endParaRPr lang="en-US"/>
        </a:p>
      </dgm:t>
    </dgm:pt>
    <dgm:pt modelId="{817829F2-E52E-4E25-86CA-1D2A84E5C88D}" type="sibTrans" cxnId="{AE567039-9AED-4B1E-9A68-041E6E692CC7}">
      <dgm:prSet/>
      <dgm:spPr/>
      <dgm:t>
        <a:bodyPr/>
        <a:lstStyle/>
        <a:p>
          <a:endParaRPr lang="en-US"/>
        </a:p>
      </dgm:t>
    </dgm:pt>
    <dgm:pt modelId="{B48F8699-63D8-4C34-B2D2-D9BC7F15B39A}">
      <dgm:prSet/>
      <dgm:spPr/>
      <dgm:t>
        <a:bodyPr/>
        <a:lstStyle/>
        <a:p>
          <a:r>
            <a:rPr lang="fr-FR"/>
            <a:t>Architecture multi-clubs et hiérarchique</a:t>
          </a:r>
          <a:endParaRPr lang="en-US"/>
        </a:p>
      </dgm:t>
    </dgm:pt>
    <dgm:pt modelId="{87253C28-35BB-4DBE-9869-42F95153CF85}" type="parTrans" cxnId="{08868D0F-513F-4345-9AAB-62C592AB898E}">
      <dgm:prSet/>
      <dgm:spPr/>
      <dgm:t>
        <a:bodyPr/>
        <a:lstStyle/>
        <a:p>
          <a:endParaRPr lang="en-US"/>
        </a:p>
      </dgm:t>
    </dgm:pt>
    <dgm:pt modelId="{22437120-6A80-49A4-AAF0-4ED53DDDBDF6}" type="sibTrans" cxnId="{08868D0F-513F-4345-9AAB-62C592AB898E}">
      <dgm:prSet/>
      <dgm:spPr/>
      <dgm:t>
        <a:bodyPr/>
        <a:lstStyle/>
        <a:p>
          <a:endParaRPr lang="en-US"/>
        </a:p>
      </dgm:t>
    </dgm:pt>
    <dgm:pt modelId="{E1143D62-695B-4A5C-8E2A-109519AB79AE}">
      <dgm:prSet/>
      <dgm:spPr/>
      <dgm:t>
        <a:bodyPr/>
        <a:lstStyle/>
        <a:p>
          <a:r>
            <a:rPr lang="fr-FR"/>
            <a:t>Outils avancés d'organisation d'événements</a:t>
          </a:r>
          <a:endParaRPr lang="en-US"/>
        </a:p>
      </dgm:t>
    </dgm:pt>
    <dgm:pt modelId="{D12DF770-4F32-4E98-BDFB-B22E9B1CD8D2}" type="parTrans" cxnId="{2CB21839-8513-4509-85F6-A20AA88220CB}">
      <dgm:prSet/>
      <dgm:spPr/>
      <dgm:t>
        <a:bodyPr/>
        <a:lstStyle/>
        <a:p>
          <a:endParaRPr lang="en-US"/>
        </a:p>
      </dgm:t>
    </dgm:pt>
    <dgm:pt modelId="{6E3F9C8C-630A-401D-819F-F00C793182EB}" type="sibTrans" cxnId="{2CB21839-8513-4509-85F6-A20AA88220CB}">
      <dgm:prSet/>
      <dgm:spPr/>
      <dgm:t>
        <a:bodyPr/>
        <a:lstStyle/>
        <a:p>
          <a:endParaRPr lang="en-US"/>
        </a:p>
      </dgm:t>
    </dgm:pt>
    <dgm:pt modelId="{662B54C5-994D-4BCC-9201-A2C3E843E262}">
      <dgm:prSet/>
      <dgm:spPr/>
      <dgm:t>
        <a:bodyPr/>
        <a:lstStyle/>
        <a:p>
          <a:r>
            <a:rPr lang="fr-FR"/>
            <a:t>API pour intégration avec vos systèmes existants</a:t>
          </a:r>
          <a:endParaRPr lang="en-US"/>
        </a:p>
      </dgm:t>
    </dgm:pt>
    <dgm:pt modelId="{86D41A96-AE81-4E02-AEEA-BBFB2CE60614}" type="parTrans" cxnId="{3C03DC43-7D36-48D2-9771-E5BBFF9B3740}">
      <dgm:prSet/>
      <dgm:spPr/>
      <dgm:t>
        <a:bodyPr/>
        <a:lstStyle/>
        <a:p>
          <a:endParaRPr lang="en-US"/>
        </a:p>
      </dgm:t>
    </dgm:pt>
    <dgm:pt modelId="{D4690671-FC6E-49D3-AC8D-D860F8B6C591}" type="sibTrans" cxnId="{3C03DC43-7D36-48D2-9771-E5BBFF9B3740}">
      <dgm:prSet/>
      <dgm:spPr/>
      <dgm:t>
        <a:bodyPr/>
        <a:lstStyle/>
        <a:p>
          <a:endParaRPr lang="en-US"/>
        </a:p>
      </dgm:t>
    </dgm:pt>
    <dgm:pt modelId="{CF8AE7A2-6B20-4FC3-A90D-235481BA9BD1}" type="pres">
      <dgm:prSet presAssocID="{F6ACB12D-53C1-4F10-BD00-596C7597607F}" presName="Name0" presStyleCnt="0">
        <dgm:presLayoutVars>
          <dgm:dir/>
          <dgm:animLvl val="lvl"/>
          <dgm:resizeHandles val="exact"/>
        </dgm:presLayoutVars>
      </dgm:prSet>
      <dgm:spPr/>
    </dgm:pt>
    <dgm:pt modelId="{14D86D95-39C1-4862-AE04-0322F84391B4}" type="pres">
      <dgm:prSet presAssocID="{FBA31E17-02CD-460E-AAD8-4629F331DC3D}" presName="linNode" presStyleCnt="0"/>
      <dgm:spPr/>
    </dgm:pt>
    <dgm:pt modelId="{8853B847-D94B-4FA3-B45A-8B408C777685}" type="pres">
      <dgm:prSet presAssocID="{FBA31E17-02CD-460E-AAD8-4629F331DC3D}" presName="parentText" presStyleLbl="node1" presStyleIdx="0" presStyleCnt="3">
        <dgm:presLayoutVars>
          <dgm:chMax val="1"/>
          <dgm:bulletEnabled val="1"/>
        </dgm:presLayoutVars>
      </dgm:prSet>
      <dgm:spPr/>
    </dgm:pt>
    <dgm:pt modelId="{ADA002E6-98E5-4DED-BAE0-E2A0AF5D8E9E}" type="pres">
      <dgm:prSet presAssocID="{FBA31E17-02CD-460E-AAD8-4629F331DC3D}" presName="descendantText" presStyleLbl="alignAccFollowNode1" presStyleIdx="0" presStyleCnt="3">
        <dgm:presLayoutVars>
          <dgm:bulletEnabled val="1"/>
        </dgm:presLayoutVars>
      </dgm:prSet>
      <dgm:spPr/>
    </dgm:pt>
    <dgm:pt modelId="{9AFBC408-106D-4E7E-BFB6-AB26497646CD}" type="pres">
      <dgm:prSet presAssocID="{85C6CFB8-B5B5-4C67-BC1F-DA11A7284B54}" presName="sp" presStyleCnt="0"/>
      <dgm:spPr/>
    </dgm:pt>
    <dgm:pt modelId="{BF6480D3-3FA3-49B7-8D22-C26087850F23}" type="pres">
      <dgm:prSet presAssocID="{7D91AA32-34C0-479D-9F87-FBD14B2C47AD}" presName="linNode" presStyleCnt="0"/>
      <dgm:spPr/>
    </dgm:pt>
    <dgm:pt modelId="{4596776E-CCB0-40FB-9818-AA56AC72BAA6}" type="pres">
      <dgm:prSet presAssocID="{7D91AA32-34C0-479D-9F87-FBD14B2C47AD}" presName="parentText" presStyleLbl="node1" presStyleIdx="1" presStyleCnt="3">
        <dgm:presLayoutVars>
          <dgm:chMax val="1"/>
          <dgm:bulletEnabled val="1"/>
        </dgm:presLayoutVars>
      </dgm:prSet>
      <dgm:spPr/>
    </dgm:pt>
    <dgm:pt modelId="{B04D12D7-9B90-44B7-A28E-4D8B1A9BABEE}" type="pres">
      <dgm:prSet presAssocID="{7D91AA32-34C0-479D-9F87-FBD14B2C47AD}" presName="descendantText" presStyleLbl="alignAccFollowNode1" presStyleIdx="1" presStyleCnt="3">
        <dgm:presLayoutVars>
          <dgm:bulletEnabled val="1"/>
        </dgm:presLayoutVars>
      </dgm:prSet>
      <dgm:spPr/>
    </dgm:pt>
    <dgm:pt modelId="{B778D69C-B9DB-458E-B28F-5A9576F5EF33}" type="pres">
      <dgm:prSet presAssocID="{C51C7D49-699A-4209-AD43-2E9824483870}" presName="sp" presStyleCnt="0"/>
      <dgm:spPr/>
    </dgm:pt>
    <dgm:pt modelId="{325210AD-8B74-4339-8150-09A3733C250D}" type="pres">
      <dgm:prSet presAssocID="{F6591B93-5071-4A73-8B32-AEA034DA2CA2}" presName="linNode" presStyleCnt="0"/>
      <dgm:spPr/>
    </dgm:pt>
    <dgm:pt modelId="{BE259304-542E-465B-945A-4C0DD38D62E7}" type="pres">
      <dgm:prSet presAssocID="{F6591B93-5071-4A73-8B32-AEA034DA2CA2}" presName="parentText" presStyleLbl="node1" presStyleIdx="2" presStyleCnt="3">
        <dgm:presLayoutVars>
          <dgm:chMax val="1"/>
          <dgm:bulletEnabled val="1"/>
        </dgm:presLayoutVars>
      </dgm:prSet>
      <dgm:spPr/>
    </dgm:pt>
    <dgm:pt modelId="{B2A043CA-6F63-44C7-A910-F28C7F2A2ED2}" type="pres">
      <dgm:prSet presAssocID="{F6591B93-5071-4A73-8B32-AEA034DA2CA2}" presName="descendantText" presStyleLbl="alignAccFollowNode1" presStyleIdx="2" presStyleCnt="3">
        <dgm:presLayoutVars>
          <dgm:bulletEnabled val="1"/>
        </dgm:presLayoutVars>
      </dgm:prSet>
      <dgm:spPr/>
    </dgm:pt>
  </dgm:ptLst>
  <dgm:cxnLst>
    <dgm:cxn modelId="{B8959A03-F937-4CCA-BB85-B9D5F0A86C27}" srcId="{F6ACB12D-53C1-4F10-BD00-596C7597607F}" destId="{7D91AA32-34C0-479D-9F87-FBD14B2C47AD}" srcOrd="1" destOrd="0" parTransId="{86B869F2-5EE0-4128-9EDD-D3664FB97290}" sibTransId="{C51C7D49-699A-4209-AD43-2E9824483870}"/>
    <dgm:cxn modelId="{44F8FA06-0253-42CB-BAB1-624407C7E774}" type="presOf" srcId="{662B54C5-994D-4BCC-9201-A2C3E843E262}" destId="{B2A043CA-6F63-44C7-A910-F28C7F2A2ED2}" srcOrd="0" destOrd="3" presId="urn:microsoft.com/office/officeart/2005/8/layout/vList5"/>
    <dgm:cxn modelId="{08868D0F-513F-4345-9AAB-62C592AB898E}" srcId="{F6591B93-5071-4A73-8B32-AEA034DA2CA2}" destId="{B48F8699-63D8-4C34-B2D2-D9BC7F15B39A}" srcOrd="1" destOrd="0" parTransId="{87253C28-35BB-4DBE-9869-42F95153CF85}" sibTransId="{22437120-6A80-49A4-AAF0-4ED53DDDBDF6}"/>
    <dgm:cxn modelId="{FD140E14-BB71-4D1F-8F65-80FFC1B29913}" type="presOf" srcId="{D98952EC-A71D-447F-A34D-EC551E4E26E2}" destId="{B04D12D7-9B90-44B7-A28E-4D8B1A9BABEE}" srcOrd="0" destOrd="0" presId="urn:microsoft.com/office/officeart/2005/8/layout/vList5"/>
    <dgm:cxn modelId="{6E242C18-70D1-458A-950C-88655D872E89}" type="presOf" srcId="{0A77D282-7F48-4CC5-8B07-233EA626716D}" destId="{B04D12D7-9B90-44B7-A28E-4D8B1A9BABEE}" srcOrd="0" destOrd="1" presId="urn:microsoft.com/office/officeart/2005/8/layout/vList5"/>
    <dgm:cxn modelId="{4159711B-AC98-45F5-B29E-8339C3DC8F72}" type="presOf" srcId="{F6591B93-5071-4A73-8B32-AEA034DA2CA2}" destId="{BE259304-542E-465B-945A-4C0DD38D62E7}" srcOrd="0" destOrd="0" presId="urn:microsoft.com/office/officeart/2005/8/layout/vList5"/>
    <dgm:cxn modelId="{591F3B35-AEAA-4435-9A0D-5C6A6696DE3C}" srcId="{FBA31E17-02CD-460E-AAD8-4629F331DC3D}" destId="{F78A6821-89B6-40C8-A7B8-68CB9678A78D}" srcOrd="3" destOrd="0" parTransId="{B3ED1FC0-D064-434C-BA5F-97731E7B2819}" sibTransId="{364DFED1-9B89-4E1A-90B0-07709F2CB92D}"/>
    <dgm:cxn modelId="{2CB21839-8513-4509-85F6-A20AA88220CB}" srcId="{F6591B93-5071-4A73-8B32-AEA034DA2CA2}" destId="{E1143D62-695B-4A5C-8E2A-109519AB79AE}" srcOrd="2" destOrd="0" parTransId="{D12DF770-4F32-4E98-BDFB-B22E9B1CD8D2}" sibTransId="{6E3F9C8C-630A-401D-819F-F00C793182EB}"/>
    <dgm:cxn modelId="{AE567039-9AED-4B1E-9A68-041E6E692CC7}" srcId="{F6591B93-5071-4A73-8B32-AEA034DA2CA2}" destId="{69F93EE4-1BC3-4D15-A18C-71444BD093C3}" srcOrd="0" destOrd="0" parTransId="{D63BE077-6E13-4CAF-8C51-BFBE0BD80C63}" sibTransId="{817829F2-E52E-4E25-86CA-1D2A84E5C88D}"/>
    <dgm:cxn modelId="{FA5CED3A-4FA1-4A34-B470-C00F31DA392B}" type="presOf" srcId="{FBA31E17-02CD-460E-AAD8-4629F331DC3D}" destId="{8853B847-D94B-4FA3-B45A-8B408C777685}" srcOrd="0" destOrd="0" presId="urn:microsoft.com/office/officeart/2005/8/layout/vList5"/>
    <dgm:cxn modelId="{3C03DC43-7D36-48D2-9771-E5BBFF9B3740}" srcId="{F6591B93-5071-4A73-8B32-AEA034DA2CA2}" destId="{662B54C5-994D-4BCC-9201-A2C3E843E262}" srcOrd="3" destOrd="0" parTransId="{86D41A96-AE81-4E02-AEEA-BBFB2CE60614}" sibTransId="{D4690671-FC6E-49D3-AC8D-D860F8B6C591}"/>
    <dgm:cxn modelId="{60189945-19A4-4C7F-ADA0-6D871D481244}" type="presOf" srcId="{7D91AA32-34C0-479D-9F87-FBD14B2C47AD}" destId="{4596776E-CCB0-40FB-9818-AA56AC72BAA6}" srcOrd="0" destOrd="0" presId="urn:microsoft.com/office/officeart/2005/8/layout/vList5"/>
    <dgm:cxn modelId="{E1D29172-0F4E-4AD6-82F2-D16551A785C1}" srcId="{7D91AA32-34C0-479D-9F87-FBD14B2C47AD}" destId="{5C1737EB-DE23-4389-99C9-FE47015292A7}" srcOrd="2" destOrd="0" parTransId="{A8864515-AC16-49EF-B2D4-D5DCF0F4AA27}" sibTransId="{F56A6551-82DA-42AB-865B-95AA3F8DDEF1}"/>
    <dgm:cxn modelId="{7AA5B458-FC8E-445B-A95A-F4F6FEC132F0}" srcId="{7D91AA32-34C0-479D-9F87-FBD14B2C47AD}" destId="{8E164C55-8C43-4962-AFCC-5A032AC22343}" srcOrd="3" destOrd="0" parTransId="{3F03992F-BFCE-4238-81CC-4E5C8494FCA8}" sibTransId="{CD55D7A5-9803-467C-9D5F-167D21804395}"/>
    <dgm:cxn modelId="{06DB0982-82D4-4233-9DBE-7AAE727BFF69}" type="presOf" srcId="{F78A6821-89B6-40C8-A7B8-68CB9678A78D}" destId="{ADA002E6-98E5-4DED-BAE0-E2A0AF5D8E9E}" srcOrd="0" destOrd="3" presId="urn:microsoft.com/office/officeart/2005/8/layout/vList5"/>
    <dgm:cxn modelId="{18529E82-66D3-4EFC-8B8D-AF502D58DB66}" type="presOf" srcId="{F6ACB12D-53C1-4F10-BD00-596C7597607F}" destId="{CF8AE7A2-6B20-4FC3-A90D-235481BA9BD1}" srcOrd="0" destOrd="0" presId="urn:microsoft.com/office/officeart/2005/8/layout/vList5"/>
    <dgm:cxn modelId="{F4BDF48F-113F-4441-9ED7-311C5450F1E1}" srcId="{F6ACB12D-53C1-4F10-BD00-596C7597607F}" destId="{F6591B93-5071-4A73-8B32-AEA034DA2CA2}" srcOrd="2" destOrd="0" parTransId="{806E6015-309B-42FA-BFB6-18567A10E9F8}" sibTransId="{0E429676-C93B-463D-ABD0-30D791141F5D}"/>
    <dgm:cxn modelId="{39EB3195-BC21-4833-B287-E83056ED59AF}" type="presOf" srcId="{5C1737EB-DE23-4389-99C9-FE47015292A7}" destId="{B04D12D7-9B90-44B7-A28E-4D8B1A9BABEE}" srcOrd="0" destOrd="2" presId="urn:microsoft.com/office/officeart/2005/8/layout/vList5"/>
    <dgm:cxn modelId="{25A27098-EE0A-4EC4-A4CC-833D95E6C1C4}" srcId="{7D91AA32-34C0-479D-9F87-FBD14B2C47AD}" destId="{D98952EC-A71D-447F-A34D-EC551E4E26E2}" srcOrd="0" destOrd="0" parTransId="{7F50CF0A-BB82-4B0D-8B6F-F0E9C6433D7A}" sibTransId="{512EA766-15BE-4856-9E03-FF5B8CC5881D}"/>
    <dgm:cxn modelId="{7CE9689B-D3E7-480E-B7B5-880A086EC152}" srcId="{FBA31E17-02CD-460E-AAD8-4629F331DC3D}" destId="{824521C6-8577-45BE-8F35-BE9995306C21}" srcOrd="1" destOrd="0" parTransId="{F402BF7E-7C0B-47E2-B42A-F590EB98741F}" sibTransId="{D777ECCF-33CF-4086-9221-B2C5AE3BD22B}"/>
    <dgm:cxn modelId="{D9CABAA0-0596-4B0B-A420-983D11314556}" type="presOf" srcId="{824521C6-8577-45BE-8F35-BE9995306C21}" destId="{ADA002E6-98E5-4DED-BAE0-E2A0AF5D8E9E}" srcOrd="0" destOrd="1" presId="urn:microsoft.com/office/officeart/2005/8/layout/vList5"/>
    <dgm:cxn modelId="{4FF570A8-A04B-4AF9-A365-31C0E877B17E}" type="presOf" srcId="{69F93EE4-1BC3-4D15-A18C-71444BD093C3}" destId="{B2A043CA-6F63-44C7-A910-F28C7F2A2ED2}" srcOrd="0" destOrd="0" presId="urn:microsoft.com/office/officeart/2005/8/layout/vList5"/>
    <dgm:cxn modelId="{129CDAB1-5A4B-42FA-9F40-0869027B9660}" type="presOf" srcId="{8178E42A-0AF4-4191-9E35-EF567276D2E1}" destId="{ADA002E6-98E5-4DED-BAE0-E2A0AF5D8E9E}" srcOrd="0" destOrd="2" presId="urn:microsoft.com/office/officeart/2005/8/layout/vList5"/>
    <dgm:cxn modelId="{56D876B8-D9F2-4932-A365-6006FCC58665}" type="presOf" srcId="{E1143D62-695B-4A5C-8E2A-109519AB79AE}" destId="{B2A043CA-6F63-44C7-A910-F28C7F2A2ED2}" srcOrd="0" destOrd="2" presId="urn:microsoft.com/office/officeart/2005/8/layout/vList5"/>
    <dgm:cxn modelId="{6CE52CC1-F92C-4CFE-A1A3-7A8ECAFAB1AF}" srcId="{FBA31E17-02CD-460E-AAD8-4629F331DC3D}" destId="{A7164B66-BC79-47B1-9350-D5669C02F904}" srcOrd="0" destOrd="0" parTransId="{7376E8BD-C878-4689-B461-D594797F19E7}" sibTransId="{EEE0301B-D7DA-4980-97DA-43D81671B4BC}"/>
    <dgm:cxn modelId="{DAD67FD0-E8A6-42F6-AA06-866A7B24096B}" type="presOf" srcId="{A7164B66-BC79-47B1-9350-D5669C02F904}" destId="{ADA002E6-98E5-4DED-BAE0-E2A0AF5D8E9E}" srcOrd="0" destOrd="0" presId="urn:microsoft.com/office/officeart/2005/8/layout/vList5"/>
    <dgm:cxn modelId="{F8571FD5-B591-4588-A4A4-11C8E7352A4F}" srcId="{F6ACB12D-53C1-4F10-BD00-596C7597607F}" destId="{FBA31E17-02CD-460E-AAD8-4629F331DC3D}" srcOrd="0" destOrd="0" parTransId="{F662E3B7-E9A2-43D6-A612-ECFF96E67FBF}" sibTransId="{85C6CFB8-B5B5-4C67-BC1F-DA11A7284B54}"/>
    <dgm:cxn modelId="{3D5A2CDE-C9C4-4960-9AED-59C2DCAAE59C}" type="presOf" srcId="{B48F8699-63D8-4C34-B2D2-D9BC7F15B39A}" destId="{B2A043CA-6F63-44C7-A910-F28C7F2A2ED2}" srcOrd="0" destOrd="1" presId="urn:microsoft.com/office/officeart/2005/8/layout/vList5"/>
    <dgm:cxn modelId="{BCD799DE-9993-4EB9-A534-DF1495FD8515}" type="presOf" srcId="{8E164C55-8C43-4962-AFCC-5A032AC22343}" destId="{B04D12D7-9B90-44B7-A28E-4D8B1A9BABEE}" srcOrd="0" destOrd="3" presId="urn:microsoft.com/office/officeart/2005/8/layout/vList5"/>
    <dgm:cxn modelId="{66BFC2E9-F582-4627-892E-F3DAE52D159B}" srcId="{FBA31E17-02CD-460E-AAD8-4629F331DC3D}" destId="{8178E42A-0AF4-4191-9E35-EF567276D2E1}" srcOrd="2" destOrd="0" parTransId="{E2840D7D-41AD-469A-A97B-B0E51AFB0B21}" sibTransId="{3F53B7A5-B4C6-4672-B94D-5915268DE90D}"/>
    <dgm:cxn modelId="{614DCEF0-AF29-4ADA-BC53-A1999503A90B}" srcId="{7D91AA32-34C0-479D-9F87-FBD14B2C47AD}" destId="{0A77D282-7F48-4CC5-8B07-233EA626716D}" srcOrd="1" destOrd="0" parTransId="{C1F5433A-6A93-415C-88D0-38FC3510FA28}" sibTransId="{DAB03A09-C738-4E8F-A4AD-9C984C4D720C}"/>
    <dgm:cxn modelId="{FF2A398F-FEC7-4ABB-B2BE-800BF0A2C1B7}" type="presParOf" srcId="{CF8AE7A2-6B20-4FC3-A90D-235481BA9BD1}" destId="{14D86D95-39C1-4862-AE04-0322F84391B4}" srcOrd="0" destOrd="0" presId="urn:microsoft.com/office/officeart/2005/8/layout/vList5"/>
    <dgm:cxn modelId="{12758D2C-88CD-4AE1-883D-815824F9AB2B}" type="presParOf" srcId="{14D86D95-39C1-4862-AE04-0322F84391B4}" destId="{8853B847-D94B-4FA3-B45A-8B408C777685}" srcOrd="0" destOrd="0" presId="urn:microsoft.com/office/officeart/2005/8/layout/vList5"/>
    <dgm:cxn modelId="{8421A8D5-2B12-4CF3-A33E-B8F97823A91D}" type="presParOf" srcId="{14D86D95-39C1-4862-AE04-0322F84391B4}" destId="{ADA002E6-98E5-4DED-BAE0-E2A0AF5D8E9E}" srcOrd="1" destOrd="0" presId="urn:microsoft.com/office/officeart/2005/8/layout/vList5"/>
    <dgm:cxn modelId="{1768FDB5-69C4-4F2F-A6F5-EAD5540CD57C}" type="presParOf" srcId="{CF8AE7A2-6B20-4FC3-A90D-235481BA9BD1}" destId="{9AFBC408-106D-4E7E-BFB6-AB26497646CD}" srcOrd="1" destOrd="0" presId="urn:microsoft.com/office/officeart/2005/8/layout/vList5"/>
    <dgm:cxn modelId="{7F5D4704-FE12-4FDC-A4A0-DEE8D2DFB08F}" type="presParOf" srcId="{CF8AE7A2-6B20-4FC3-A90D-235481BA9BD1}" destId="{BF6480D3-3FA3-49B7-8D22-C26087850F23}" srcOrd="2" destOrd="0" presId="urn:microsoft.com/office/officeart/2005/8/layout/vList5"/>
    <dgm:cxn modelId="{3AE7DD8A-13BC-4A4A-8A68-80C02299201F}" type="presParOf" srcId="{BF6480D3-3FA3-49B7-8D22-C26087850F23}" destId="{4596776E-CCB0-40FB-9818-AA56AC72BAA6}" srcOrd="0" destOrd="0" presId="urn:microsoft.com/office/officeart/2005/8/layout/vList5"/>
    <dgm:cxn modelId="{ADEE9280-11E5-4B9E-BCB8-C27E7E83BFDC}" type="presParOf" srcId="{BF6480D3-3FA3-49B7-8D22-C26087850F23}" destId="{B04D12D7-9B90-44B7-A28E-4D8B1A9BABEE}" srcOrd="1" destOrd="0" presId="urn:microsoft.com/office/officeart/2005/8/layout/vList5"/>
    <dgm:cxn modelId="{05ECB330-CEB5-4FBC-ADF1-A420962A3D4D}" type="presParOf" srcId="{CF8AE7A2-6B20-4FC3-A90D-235481BA9BD1}" destId="{B778D69C-B9DB-458E-B28F-5A9576F5EF33}" srcOrd="3" destOrd="0" presId="urn:microsoft.com/office/officeart/2005/8/layout/vList5"/>
    <dgm:cxn modelId="{45DD535C-09B6-440B-B235-4AB685EE8A99}" type="presParOf" srcId="{CF8AE7A2-6B20-4FC3-A90D-235481BA9BD1}" destId="{325210AD-8B74-4339-8150-09A3733C250D}" srcOrd="4" destOrd="0" presId="urn:microsoft.com/office/officeart/2005/8/layout/vList5"/>
    <dgm:cxn modelId="{A8E265D0-A45C-4833-8FB8-A201066A2C6A}" type="presParOf" srcId="{325210AD-8B74-4339-8150-09A3733C250D}" destId="{BE259304-542E-465B-945A-4C0DD38D62E7}" srcOrd="0" destOrd="0" presId="urn:microsoft.com/office/officeart/2005/8/layout/vList5"/>
    <dgm:cxn modelId="{84CD8218-CB69-409F-84AA-B1A6184D1261}" type="presParOf" srcId="{325210AD-8B74-4339-8150-09A3733C250D}" destId="{B2A043CA-6F63-44C7-A910-F28C7F2A2ED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7315713E-2305-407D-A2ED-EFE89F80893C}" type="doc">
      <dgm:prSet loTypeId="urn:microsoft.com/office/officeart/2018/5/layout/Centered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B708B201-FC6D-42E5-ABF5-0B1314FA59A9}">
      <dgm:prSet/>
      <dgm:spPr/>
      <dgm:t>
        <a:bodyPr/>
        <a:lstStyle/>
        <a:p>
          <a:pPr>
            <a:defRPr b="1"/>
          </a:pPr>
          <a:r>
            <a:rPr lang="fr-FR" b="1"/>
            <a:t>Mise en route rapide</a:t>
          </a:r>
          <a:endParaRPr lang="en-US"/>
        </a:p>
      </dgm:t>
    </dgm:pt>
    <dgm:pt modelId="{F78FFDA2-97C5-4E6C-95A3-DB4BD4570A81}" type="parTrans" cxnId="{CA90E258-A00C-4184-A12E-C0F6F93F2055}">
      <dgm:prSet/>
      <dgm:spPr/>
      <dgm:t>
        <a:bodyPr/>
        <a:lstStyle/>
        <a:p>
          <a:endParaRPr lang="en-US"/>
        </a:p>
      </dgm:t>
    </dgm:pt>
    <dgm:pt modelId="{1030F044-AFB8-443D-8814-B5E6E190BD65}" type="sibTrans" cxnId="{CA90E258-A00C-4184-A12E-C0F6F93F2055}">
      <dgm:prSet/>
      <dgm:spPr/>
      <dgm:t>
        <a:bodyPr/>
        <a:lstStyle/>
        <a:p>
          <a:endParaRPr lang="en-US"/>
        </a:p>
      </dgm:t>
    </dgm:pt>
    <dgm:pt modelId="{C339B06A-D9B7-4F5F-BE61-AE05450931E9}">
      <dgm:prSet/>
      <dgm:spPr/>
      <dgm:t>
        <a:bodyPr/>
        <a:lstStyle/>
        <a:p>
          <a:r>
            <a:rPr lang="fr-FR"/>
            <a:t>Configuration initiale guidée étape par étape</a:t>
          </a:r>
          <a:endParaRPr lang="en-US"/>
        </a:p>
      </dgm:t>
    </dgm:pt>
    <dgm:pt modelId="{37CB7871-8837-449D-B7FF-16C55BBA5181}" type="parTrans" cxnId="{96A0C039-7E28-450C-A3A8-D00E88752477}">
      <dgm:prSet/>
      <dgm:spPr/>
      <dgm:t>
        <a:bodyPr/>
        <a:lstStyle/>
        <a:p>
          <a:endParaRPr lang="en-US"/>
        </a:p>
      </dgm:t>
    </dgm:pt>
    <dgm:pt modelId="{4CD9AEAD-BD6B-4401-90DB-8F015EECD969}" type="sibTrans" cxnId="{96A0C039-7E28-450C-A3A8-D00E88752477}">
      <dgm:prSet/>
      <dgm:spPr/>
      <dgm:t>
        <a:bodyPr/>
        <a:lstStyle/>
        <a:p>
          <a:endParaRPr lang="en-US"/>
        </a:p>
      </dgm:t>
    </dgm:pt>
    <dgm:pt modelId="{951C3E93-B33F-4E01-B4E4-AEDA0195B0A3}">
      <dgm:prSet/>
      <dgm:spPr/>
      <dgm:t>
        <a:bodyPr/>
        <a:lstStyle/>
        <a:p>
          <a:r>
            <a:rPr lang="fr-FR"/>
            <a:t>Import facilité de vos données existantes</a:t>
          </a:r>
          <a:endParaRPr lang="en-US"/>
        </a:p>
      </dgm:t>
    </dgm:pt>
    <dgm:pt modelId="{095EB009-A543-4485-A499-D7DB08D6A0E2}" type="parTrans" cxnId="{2CA60B94-7BBF-4E73-9D4D-93452D7E432B}">
      <dgm:prSet/>
      <dgm:spPr/>
      <dgm:t>
        <a:bodyPr/>
        <a:lstStyle/>
        <a:p>
          <a:endParaRPr lang="en-US"/>
        </a:p>
      </dgm:t>
    </dgm:pt>
    <dgm:pt modelId="{487F37D6-17BA-4464-8B61-3487DBE56F29}" type="sibTrans" cxnId="{2CA60B94-7BBF-4E73-9D4D-93452D7E432B}">
      <dgm:prSet/>
      <dgm:spPr/>
      <dgm:t>
        <a:bodyPr/>
        <a:lstStyle/>
        <a:p>
          <a:endParaRPr lang="en-US"/>
        </a:p>
      </dgm:t>
    </dgm:pt>
    <dgm:pt modelId="{D337F37B-772C-4455-9D84-8BF7C816FEAD}">
      <dgm:prSet/>
      <dgm:spPr/>
      <dgm:t>
        <a:bodyPr/>
        <a:lstStyle/>
        <a:p>
          <a:r>
            <a:rPr lang="fr-FR"/>
            <a:t>Formation incluse pour les administrateurs</a:t>
          </a:r>
          <a:endParaRPr lang="en-US"/>
        </a:p>
      </dgm:t>
    </dgm:pt>
    <dgm:pt modelId="{88FA8AFC-D623-4D23-B175-4D40CE7BB716}" type="parTrans" cxnId="{4847AA2B-F3D4-4212-A9F1-CAE1F548DEDB}">
      <dgm:prSet/>
      <dgm:spPr/>
      <dgm:t>
        <a:bodyPr/>
        <a:lstStyle/>
        <a:p>
          <a:endParaRPr lang="en-US"/>
        </a:p>
      </dgm:t>
    </dgm:pt>
    <dgm:pt modelId="{E011304C-7AA1-4EC4-83E2-6B204BD0AEED}" type="sibTrans" cxnId="{4847AA2B-F3D4-4212-A9F1-CAE1F548DEDB}">
      <dgm:prSet/>
      <dgm:spPr/>
      <dgm:t>
        <a:bodyPr/>
        <a:lstStyle/>
        <a:p>
          <a:endParaRPr lang="en-US"/>
        </a:p>
      </dgm:t>
    </dgm:pt>
    <dgm:pt modelId="{0DDADE93-72F5-437A-BBCB-8EBAE767FE1A}">
      <dgm:prSet/>
      <dgm:spPr/>
      <dgm:t>
        <a:bodyPr/>
        <a:lstStyle/>
        <a:p>
          <a:r>
            <a:rPr lang="fr-FR"/>
            <a:t>Documentation complète et tutoriels vidéo</a:t>
          </a:r>
          <a:endParaRPr lang="en-US"/>
        </a:p>
      </dgm:t>
    </dgm:pt>
    <dgm:pt modelId="{A7585D99-FF97-4A14-A727-C3FA4288857B}" type="parTrans" cxnId="{70237EF1-A956-4AF6-A5ED-89F008B6BCC9}">
      <dgm:prSet/>
      <dgm:spPr/>
      <dgm:t>
        <a:bodyPr/>
        <a:lstStyle/>
        <a:p>
          <a:endParaRPr lang="en-US"/>
        </a:p>
      </dgm:t>
    </dgm:pt>
    <dgm:pt modelId="{CA8551BB-803D-4C95-8C59-B158A43F698F}" type="sibTrans" cxnId="{70237EF1-A956-4AF6-A5ED-89F008B6BCC9}">
      <dgm:prSet/>
      <dgm:spPr/>
      <dgm:t>
        <a:bodyPr/>
        <a:lstStyle/>
        <a:p>
          <a:endParaRPr lang="en-US"/>
        </a:p>
      </dgm:t>
    </dgm:pt>
    <dgm:pt modelId="{2F0067E6-9743-4C8C-9590-AA33827A18E8}">
      <dgm:prSet/>
      <dgm:spPr/>
      <dgm:t>
        <a:bodyPr/>
        <a:lstStyle/>
        <a:p>
          <a:pPr>
            <a:defRPr b="1"/>
          </a:pPr>
          <a:r>
            <a:rPr lang="fr-FR" b="1"/>
            <a:t>Interface intuitive</a:t>
          </a:r>
          <a:endParaRPr lang="en-US"/>
        </a:p>
      </dgm:t>
    </dgm:pt>
    <dgm:pt modelId="{877E4A93-45D7-4842-AD76-AE35B597B550}" type="parTrans" cxnId="{24CED97B-67D9-4A55-9EA3-9FBE6ACAD89D}">
      <dgm:prSet/>
      <dgm:spPr/>
      <dgm:t>
        <a:bodyPr/>
        <a:lstStyle/>
        <a:p>
          <a:endParaRPr lang="en-US"/>
        </a:p>
      </dgm:t>
    </dgm:pt>
    <dgm:pt modelId="{2076D6DE-7AF8-4046-B7A2-1F264D75C2A0}" type="sibTrans" cxnId="{24CED97B-67D9-4A55-9EA3-9FBE6ACAD89D}">
      <dgm:prSet/>
      <dgm:spPr/>
      <dgm:t>
        <a:bodyPr/>
        <a:lstStyle/>
        <a:p>
          <a:endParaRPr lang="en-US"/>
        </a:p>
      </dgm:t>
    </dgm:pt>
    <dgm:pt modelId="{3DA8F20C-ADB5-469D-AEE0-E2994D213B06}">
      <dgm:prSet/>
      <dgm:spPr/>
      <dgm:t>
        <a:bodyPr/>
        <a:lstStyle/>
        <a:p>
          <a:r>
            <a:rPr lang="fr-FR"/>
            <a:t>Navigation simplifiée et logique</a:t>
          </a:r>
          <a:endParaRPr lang="en-US"/>
        </a:p>
      </dgm:t>
    </dgm:pt>
    <dgm:pt modelId="{B80F4AA0-0EB0-4E0E-B9A7-3F62E19B9A31}" type="parTrans" cxnId="{310B305C-8A39-471A-9386-5B8EBBFDF105}">
      <dgm:prSet/>
      <dgm:spPr/>
      <dgm:t>
        <a:bodyPr/>
        <a:lstStyle/>
        <a:p>
          <a:endParaRPr lang="en-US"/>
        </a:p>
      </dgm:t>
    </dgm:pt>
    <dgm:pt modelId="{D81CABD0-5DAC-4772-9545-32EB0C99159C}" type="sibTrans" cxnId="{310B305C-8A39-471A-9386-5B8EBBFDF105}">
      <dgm:prSet/>
      <dgm:spPr/>
      <dgm:t>
        <a:bodyPr/>
        <a:lstStyle/>
        <a:p>
          <a:endParaRPr lang="en-US"/>
        </a:p>
      </dgm:t>
    </dgm:pt>
    <dgm:pt modelId="{A19897BA-42DF-4E6B-891D-B51E6932AC53}">
      <dgm:prSet/>
      <dgm:spPr/>
      <dgm:t>
        <a:bodyPr/>
        <a:lstStyle/>
        <a:p>
          <a:r>
            <a:rPr lang="fr-FR"/>
            <a:t>Design adapté à tous les appareils</a:t>
          </a:r>
          <a:endParaRPr lang="en-US"/>
        </a:p>
      </dgm:t>
    </dgm:pt>
    <dgm:pt modelId="{EA13EB40-D670-48E0-A71F-D895D386FD52}" type="parTrans" cxnId="{64331CA0-66EC-4653-BE0D-2B68E001032F}">
      <dgm:prSet/>
      <dgm:spPr/>
      <dgm:t>
        <a:bodyPr/>
        <a:lstStyle/>
        <a:p>
          <a:endParaRPr lang="en-US"/>
        </a:p>
      </dgm:t>
    </dgm:pt>
    <dgm:pt modelId="{4219C269-0876-4A1A-BB77-498FC043F9DC}" type="sibTrans" cxnId="{64331CA0-66EC-4653-BE0D-2B68E001032F}">
      <dgm:prSet/>
      <dgm:spPr/>
      <dgm:t>
        <a:bodyPr/>
        <a:lstStyle/>
        <a:p>
          <a:endParaRPr lang="en-US"/>
        </a:p>
      </dgm:t>
    </dgm:pt>
    <dgm:pt modelId="{818189B4-0768-405C-A3CD-8C2792AB131B}">
      <dgm:prSet/>
      <dgm:spPr/>
      <dgm:t>
        <a:bodyPr/>
        <a:lstStyle/>
        <a:p>
          <a:r>
            <a:rPr lang="fr-FR"/>
            <a:t>Interfaces spécifiques selon les rôles</a:t>
          </a:r>
          <a:endParaRPr lang="en-US"/>
        </a:p>
      </dgm:t>
    </dgm:pt>
    <dgm:pt modelId="{107AD3E9-4AD0-4725-84A3-84634F7890B0}" type="parTrans" cxnId="{191948A3-234C-41B1-B5AA-5302FFB16A4B}">
      <dgm:prSet/>
      <dgm:spPr/>
      <dgm:t>
        <a:bodyPr/>
        <a:lstStyle/>
        <a:p>
          <a:endParaRPr lang="en-US"/>
        </a:p>
      </dgm:t>
    </dgm:pt>
    <dgm:pt modelId="{01402D17-AF07-43DA-B3D9-80B697B13CCA}" type="sibTrans" cxnId="{191948A3-234C-41B1-B5AA-5302FFB16A4B}">
      <dgm:prSet/>
      <dgm:spPr/>
      <dgm:t>
        <a:bodyPr/>
        <a:lstStyle/>
        <a:p>
          <a:endParaRPr lang="en-US"/>
        </a:p>
      </dgm:t>
    </dgm:pt>
    <dgm:pt modelId="{E9323B4C-9A3C-4996-87D8-34416CE2573B}">
      <dgm:prSet/>
      <dgm:spPr/>
      <dgm:t>
        <a:bodyPr/>
        <a:lstStyle/>
        <a:p>
          <a:r>
            <a:rPr lang="fr-FR"/>
            <a:t>Accessibilité pour tous les utilisateurs</a:t>
          </a:r>
          <a:endParaRPr lang="en-US"/>
        </a:p>
      </dgm:t>
    </dgm:pt>
    <dgm:pt modelId="{2383168F-E738-4AE9-95EE-B3EA7A64158A}" type="parTrans" cxnId="{04FC4F8D-E348-495B-A8B7-E9B1675828A1}">
      <dgm:prSet/>
      <dgm:spPr/>
      <dgm:t>
        <a:bodyPr/>
        <a:lstStyle/>
        <a:p>
          <a:endParaRPr lang="en-US"/>
        </a:p>
      </dgm:t>
    </dgm:pt>
    <dgm:pt modelId="{1DF177C1-0C51-407E-A0F6-1ECEBE2A6690}" type="sibTrans" cxnId="{04FC4F8D-E348-495B-A8B7-E9B1675828A1}">
      <dgm:prSet/>
      <dgm:spPr/>
      <dgm:t>
        <a:bodyPr/>
        <a:lstStyle/>
        <a:p>
          <a:endParaRPr lang="en-US"/>
        </a:p>
      </dgm:t>
    </dgm:pt>
    <dgm:pt modelId="{61EA67F4-E66C-4AC4-A6AC-B5AA604FC6C6}">
      <dgm:prSet/>
      <dgm:spPr/>
      <dgm:t>
        <a:bodyPr/>
        <a:lstStyle/>
        <a:p>
          <a:pPr>
            <a:defRPr b="1"/>
          </a:pPr>
          <a:r>
            <a:rPr lang="fr-FR" b="1"/>
            <a:t>Support réactif</a:t>
          </a:r>
          <a:endParaRPr lang="en-US"/>
        </a:p>
      </dgm:t>
    </dgm:pt>
    <dgm:pt modelId="{643DED95-F897-4BAA-B5B6-A08E1BB0FD70}" type="parTrans" cxnId="{44F97C74-47DD-49E6-8144-45E0AA256DD3}">
      <dgm:prSet/>
      <dgm:spPr/>
      <dgm:t>
        <a:bodyPr/>
        <a:lstStyle/>
        <a:p>
          <a:endParaRPr lang="en-US"/>
        </a:p>
      </dgm:t>
    </dgm:pt>
    <dgm:pt modelId="{CC517866-BBC0-40C7-9E98-F5E3AD05AC08}" type="sibTrans" cxnId="{44F97C74-47DD-49E6-8144-45E0AA256DD3}">
      <dgm:prSet/>
      <dgm:spPr/>
      <dgm:t>
        <a:bodyPr/>
        <a:lstStyle/>
        <a:p>
          <a:endParaRPr lang="en-US"/>
        </a:p>
      </dgm:t>
    </dgm:pt>
    <dgm:pt modelId="{3CE67024-76E7-4DAB-B438-24EF5E2C9521}">
      <dgm:prSet/>
      <dgm:spPr/>
      <dgm:t>
        <a:bodyPr/>
        <a:lstStyle/>
        <a:p>
          <a:r>
            <a:rPr lang="fr-FR"/>
            <a:t>Assistance par chat, email ou téléphone</a:t>
          </a:r>
          <a:endParaRPr lang="en-US"/>
        </a:p>
      </dgm:t>
    </dgm:pt>
    <dgm:pt modelId="{AD34DA7F-B9C7-4422-BC5D-09B7A6E5749B}" type="parTrans" cxnId="{0A6DC285-3F61-401A-AFB3-B52603A9739E}">
      <dgm:prSet/>
      <dgm:spPr/>
      <dgm:t>
        <a:bodyPr/>
        <a:lstStyle/>
        <a:p>
          <a:endParaRPr lang="en-US"/>
        </a:p>
      </dgm:t>
    </dgm:pt>
    <dgm:pt modelId="{7819750E-CB84-428F-81D0-E62E67F5AC41}" type="sibTrans" cxnId="{0A6DC285-3F61-401A-AFB3-B52603A9739E}">
      <dgm:prSet/>
      <dgm:spPr/>
      <dgm:t>
        <a:bodyPr/>
        <a:lstStyle/>
        <a:p>
          <a:endParaRPr lang="en-US"/>
        </a:p>
      </dgm:t>
    </dgm:pt>
    <dgm:pt modelId="{C8EF7E64-7ACC-4DA6-B29E-7C5D2C3E2B1D}">
      <dgm:prSet/>
      <dgm:spPr/>
      <dgm:t>
        <a:bodyPr/>
        <a:lstStyle/>
        <a:p>
          <a:r>
            <a:rPr lang="fr-FR"/>
            <a:t>Base de connaissances détaillée</a:t>
          </a:r>
          <a:endParaRPr lang="en-US"/>
        </a:p>
      </dgm:t>
    </dgm:pt>
    <dgm:pt modelId="{980B8DD3-0F3B-489F-8030-002BB5B638D3}" type="parTrans" cxnId="{190FFA93-8C3D-443E-AACD-640116564517}">
      <dgm:prSet/>
      <dgm:spPr/>
      <dgm:t>
        <a:bodyPr/>
        <a:lstStyle/>
        <a:p>
          <a:endParaRPr lang="en-US"/>
        </a:p>
      </dgm:t>
    </dgm:pt>
    <dgm:pt modelId="{27F60A84-5127-4CF8-AC8C-AF62DCE7CD05}" type="sibTrans" cxnId="{190FFA93-8C3D-443E-AACD-640116564517}">
      <dgm:prSet/>
      <dgm:spPr/>
      <dgm:t>
        <a:bodyPr/>
        <a:lstStyle/>
        <a:p>
          <a:endParaRPr lang="en-US"/>
        </a:p>
      </dgm:t>
    </dgm:pt>
    <dgm:pt modelId="{1C07DA33-0ACB-4642-82DE-45D65E4BEBE9}">
      <dgm:prSet/>
      <dgm:spPr/>
      <dgm:t>
        <a:bodyPr/>
        <a:lstStyle/>
        <a:p>
          <a:r>
            <a:rPr lang="fr-FR"/>
            <a:t>Communauté active d'utilisateurs</a:t>
          </a:r>
          <a:endParaRPr lang="en-US"/>
        </a:p>
      </dgm:t>
    </dgm:pt>
    <dgm:pt modelId="{253E30E8-902F-4BCB-9BEF-06D5110EC4E8}" type="parTrans" cxnId="{26CAD787-4AD5-4673-B988-55BBB4EBF1E2}">
      <dgm:prSet/>
      <dgm:spPr/>
      <dgm:t>
        <a:bodyPr/>
        <a:lstStyle/>
        <a:p>
          <a:endParaRPr lang="en-US"/>
        </a:p>
      </dgm:t>
    </dgm:pt>
    <dgm:pt modelId="{9C161712-D1C2-4585-98F0-7D181C41231F}" type="sibTrans" cxnId="{26CAD787-4AD5-4673-B988-55BBB4EBF1E2}">
      <dgm:prSet/>
      <dgm:spPr/>
      <dgm:t>
        <a:bodyPr/>
        <a:lstStyle/>
        <a:p>
          <a:endParaRPr lang="en-US"/>
        </a:p>
      </dgm:t>
    </dgm:pt>
    <dgm:pt modelId="{5E271642-01BE-4E3A-B7ED-56E129589F04}">
      <dgm:prSet/>
      <dgm:spPr/>
      <dgm:t>
        <a:bodyPr/>
        <a:lstStyle/>
        <a:p>
          <a:r>
            <a:rPr lang="fr-FR"/>
            <a:t>Mises à jour régulières</a:t>
          </a:r>
          <a:endParaRPr lang="en-US"/>
        </a:p>
      </dgm:t>
    </dgm:pt>
    <dgm:pt modelId="{1A5373B8-DBF7-4171-98E8-4CB8CE83F504}" type="parTrans" cxnId="{C62E827A-7665-4068-88B9-BA8717EC7919}">
      <dgm:prSet/>
      <dgm:spPr/>
      <dgm:t>
        <a:bodyPr/>
        <a:lstStyle/>
        <a:p>
          <a:endParaRPr lang="en-US"/>
        </a:p>
      </dgm:t>
    </dgm:pt>
    <dgm:pt modelId="{38EDEB9F-2938-49A7-8185-3D461DBAE2BE}" type="sibTrans" cxnId="{C62E827A-7665-4068-88B9-BA8717EC7919}">
      <dgm:prSet/>
      <dgm:spPr/>
      <dgm:t>
        <a:bodyPr/>
        <a:lstStyle/>
        <a:p>
          <a:endParaRPr lang="en-US"/>
        </a:p>
      </dgm:t>
    </dgm:pt>
    <dgm:pt modelId="{45C21F68-28D6-4986-95F0-DF383E1E721B}" type="pres">
      <dgm:prSet presAssocID="{7315713E-2305-407D-A2ED-EFE89F80893C}" presName="root" presStyleCnt="0">
        <dgm:presLayoutVars>
          <dgm:dir/>
          <dgm:resizeHandles val="exact"/>
        </dgm:presLayoutVars>
      </dgm:prSet>
      <dgm:spPr/>
    </dgm:pt>
    <dgm:pt modelId="{27C6D56F-AEDF-4481-8086-EA8FB0DF3B69}" type="pres">
      <dgm:prSet presAssocID="{B708B201-FC6D-42E5-ABF5-0B1314FA59A9}" presName="compNode" presStyleCnt="0"/>
      <dgm:spPr/>
    </dgm:pt>
    <dgm:pt modelId="{5E2899E8-90A0-498B-A581-F992F179FF87}" type="pres">
      <dgm:prSet presAssocID="{B708B201-FC6D-42E5-ABF5-0B1314FA59A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che"/>
        </a:ext>
      </dgm:extLst>
    </dgm:pt>
    <dgm:pt modelId="{11D5B9BB-F205-488B-86C1-E0669C728203}" type="pres">
      <dgm:prSet presAssocID="{B708B201-FC6D-42E5-ABF5-0B1314FA59A9}" presName="iconSpace" presStyleCnt="0"/>
      <dgm:spPr/>
    </dgm:pt>
    <dgm:pt modelId="{2776A42C-8CCA-4C52-8137-E1D926ED88D9}" type="pres">
      <dgm:prSet presAssocID="{B708B201-FC6D-42E5-ABF5-0B1314FA59A9}" presName="parTx" presStyleLbl="revTx" presStyleIdx="0" presStyleCnt="6">
        <dgm:presLayoutVars>
          <dgm:chMax val="0"/>
          <dgm:chPref val="0"/>
        </dgm:presLayoutVars>
      </dgm:prSet>
      <dgm:spPr/>
    </dgm:pt>
    <dgm:pt modelId="{32380239-39D5-4CC6-AD2B-BD89E72953C8}" type="pres">
      <dgm:prSet presAssocID="{B708B201-FC6D-42E5-ABF5-0B1314FA59A9}" presName="txSpace" presStyleCnt="0"/>
      <dgm:spPr/>
    </dgm:pt>
    <dgm:pt modelId="{F9DE47F8-6CCD-49CD-B03C-A769FE736BF2}" type="pres">
      <dgm:prSet presAssocID="{B708B201-FC6D-42E5-ABF5-0B1314FA59A9}" presName="desTx" presStyleLbl="revTx" presStyleIdx="1" presStyleCnt="6">
        <dgm:presLayoutVars/>
      </dgm:prSet>
      <dgm:spPr/>
    </dgm:pt>
    <dgm:pt modelId="{56BD699F-F72F-42BE-8166-EC11FCAD6F57}" type="pres">
      <dgm:prSet presAssocID="{1030F044-AFB8-443D-8814-B5E6E190BD65}" presName="sibTrans" presStyleCnt="0"/>
      <dgm:spPr/>
    </dgm:pt>
    <dgm:pt modelId="{D3524692-5616-49BD-90BE-23BCC75E81BB}" type="pres">
      <dgm:prSet presAssocID="{2F0067E6-9743-4C8C-9590-AA33827A18E8}" presName="compNode" presStyleCnt="0"/>
      <dgm:spPr/>
    </dgm:pt>
    <dgm:pt modelId="{A8147F2A-3512-4945-AE2C-1D1AE3EAABA7}" type="pres">
      <dgm:prSet presAssocID="{2F0067E6-9743-4C8C-9590-AA33827A18E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art Phone"/>
        </a:ext>
      </dgm:extLst>
    </dgm:pt>
    <dgm:pt modelId="{EEEA4A0F-7BE0-44C5-B8F4-A9F9AE680E53}" type="pres">
      <dgm:prSet presAssocID="{2F0067E6-9743-4C8C-9590-AA33827A18E8}" presName="iconSpace" presStyleCnt="0"/>
      <dgm:spPr/>
    </dgm:pt>
    <dgm:pt modelId="{F7861186-3306-4628-8987-12B20D6E4015}" type="pres">
      <dgm:prSet presAssocID="{2F0067E6-9743-4C8C-9590-AA33827A18E8}" presName="parTx" presStyleLbl="revTx" presStyleIdx="2" presStyleCnt="6">
        <dgm:presLayoutVars>
          <dgm:chMax val="0"/>
          <dgm:chPref val="0"/>
        </dgm:presLayoutVars>
      </dgm:prSet>
      <dgm:spPr/>
    </dgm:pt>
    <dgm:pt modelId="{61104774-1C64-4F2C-A959-2BFB62C314AF}" type="pres">
      <dgm:prSet presAssocID="{2F0067E6-9743-4C8C-9590-AA33827A18E8}" presName="txSpace" presStyleCnt="0"/>
      <dgm:spPr/>
    </dgm:pt>
    <dgm:pt modelId="{D44CB7C2-CF43-4F14-A257-BA2BCAF74293}" type="pres">
      <dgm:prSet presAssocID="{2F0067E6-9743-4C8C-9590-AA33827A18E8}" presName="desTx" presStyleLbl="revTx" presStyleIdx="3" presStyleCnt="6">
        <dgm:presLayoutVars/>
      </dgm:prSet>
      <dgm:spPr/>
    </dgm:pt>
    <dgm:pt modelId="{EDCF8B6C-8C95-40BE-AE92-B5DFEE0BF3AB}" type="pres">
      <dgm:prSet presAssocID="{2076D6DE-7AF8-4046-B7A2-1F264D75C2A0}" presName="sibTrans" presStyleCnt="0"/>
      <dgm:spPr/>
    </dgm:pt>
    <dgm:pt modelId="{7BA5E0A2-CFB4-46A9-9EC7-CDB71C7E3139}" type="pres">
      <dgm:prSet presAssocID="{61EA67F4-E66C-4AC4-A6AC-B5AA604FC6C6}" presName="compNode" presStyleCnt="0"/>
      <dgm:spPr/>
    </dgm:pt>
    <dgm:pt modelId="{4798AEDD-03D5-4B7F-B45D-8B0D53198C2B}" type="pres">
      <dgm:prSet presAssocID="{61EA67F4-E66C-4AC4-A6AC-B5AA604FC6C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biné"/>
        </a:ext>
      </dgm:extLst>
    </dgm:pt>
    <dgm:pt modelId="{827A306D-1094-4801-A290-0FA403AD0B1C}" type="pres">
      <dgm:prSet presAssocID="{61EA67F4-E66C-4AC4-A6AC-B5AA604FC6C6}" presName="iconSpace" presStyleCnt="0"/>
      <dgm:spPr/>
    </dgm:pt>
    <dgm:pt modelId="{2130D57E-E872-48FA-9F55-76DBB75C07A7}" type="pres">
      <dgm:prSet presAssocID="{61EA67F4-E66C-4AC4-A6AC-B5AA604FC6C6}" presName="parTx" presStyleLbl="revTx" presStyleIdx="4" presStyleCnt="6">
        <dgm:presLayoutVars>
          <dgm:chMax val="0"/>
          <dgm:chPref val="0"/>
        </dgm:presLayoutVars>
      </dgm:prSet>
      <dgm:spPr/>
    </dgm:pt>
    <dgm:pt modelId="{558FDFFE-CF83-417A-9E8D-548F4B34EC79}" type="pres">
      <dgm:prSet presAssocID="{61EA67F4-E66C-4AC4-A6AC-B5AA604FC6C6}" presName="txSpace" presStyleCnt="0"/>
      <dgm:spPr/>
    </dgm:pt>
    <dgm:pt modelId="{0A194264-D7FD-4207-B520-9DB0DCCEB7C0}" type="pres">
      <dgm:prSet presAssocID="{61EA67F4-E66C-4AC4-A6AC-B5AA604FC6C6}" presName="desTx" presStyleLbl="revTx" presStyleIdx="5" presStyleCnt="6">
        <dgm:presLayoutVars/>
      </dgm:prSet>
      <dgm:spPr/>
    </dgm:pt>
  </dgm:ptLst>
  <dgm:cxnLst>
    <dgm:cxn modelId="{E2859124-ED55-4A72-ADCA-DF8820B7A69D}" type="presOf" srcId="{3DA8F20C-ADB5-469D-AEE0-E2994D213B06}" destId="{D44CB7C2-CF43-4F14-A257-BA2BCAF74293}" srcOrd="0" destOrd="0" presId="urn:microsoft.com/office/officeart/2018/5/layout/CenteredIconLabelDescriptionList"/>
    <dgm:cxn modelId="{4847AA2B-F3D4-4212-A9F1-CAE1F548DEDB}" srcId="{B708B201-FC6D-42E5-ABF5-0B1314FA59A9}" destId="{D337F37B-772C-4455-9D84-8BF7C816FEAD}" srcOrd="2" destOrd="0" parTransId="{88FA8AFC-D623-4D23-B175-4D40CE7BB716}" sibTransId="{E011304C-7AA1-4EC4-83E2-6B204BD0AEED}"/>
    <dgm:cxn modelId="{96A0C039-7E28-450C-A3A8-D00E88752477}" srcId="{B708B201-FC6D-42E5-ABF5-0B1314FA59A9}" destId="{C339B06A-D9B7-4F5F-BE61-AE05450931E9}" srcOrd="0" destOrd="0" parTransId="{37CB7871-8837-449D-B7FF-16C55BBA5181}" sibTransId="{4CD9AEAD-BD6B-4401-90DB-8F015EECD969}"/>
    <dgm:cxn modelId="{310B305C-8A39-471A-9386-5B8EBBFDF105}" srcId="{2F0067E6-9743-4C8C-9590-AA33827A18E8}" destId="{3DA8F20C-ADB5-469D-AEE0-E2994D213B06}" srcOrd="0" destOrd="0" parTransId="{B80F4AA0-0EB0-4E0E-B9A7-3F62E19B9A31}" sibTransId="{D81CABD0-5DAC-4772-9545-32EB0C99159C}"/>
    <dgm:cxn modelId="{D2B8E15E-4E92-4F9F-A8AD-C1D9636762CD}" type="presOf" srcId="{7315713E-2305-407D-A2ED-EFE89F80893C}" destId="{45C21F68-28D6-4986-95F0-DF383E1E721B}" srcOrd="0" destOrd="0" presId="urn:microsoft.com/office/officeart/2018/5/layout/CenteredIconLabelDescriptionList"/>
    <dgm:cxn modelId="{FCFDEC49-70E0-4548-8C27-417FA2932F19}" type="presOf" srcId="{818189B4-0768-405C-A3CD-8C2792AB131B}" destId="{D44CB7C2-CF43-4F14-A257-BA2BCAF74293}" srcOrd="0" destOrd="2" presId="urn:microsoft.com/office/officeart/2018/5/layout/CenteredIconLabelDescriptionList"/>
    <dgm:cxn modelId="{44F97C74-47DD-49E6-8144-45E0AA256DD3}" srcId="{7315713E-2305-407D-A2ED-EFE89F80893C}" destId="{61EA67F4-E66C-4AC4-A6AC-B5AA604FC6C6}" srcOrd="2" destOrd="0" parTransId="{643DED95-F897-4BAA-B5B6-A08E1BB0FD70}" sibTransId="{CC517866-BBC0-40C7-9E98-F5E3AD05AC08}"/>
    <dgm:cxn modelId="{CA90E258-A00C-4184-A12E-C0F6F93F2055}" srcId="{7315713E-2305-407D-A2ED-EFE89F80893C}" destId="{B708B201-FC6D-42E5-ABF5-0B1314FA59A9}" srcOrd="0" destOrd="0" parTransId="{F78FFDA2-97C5-4E6C-95A3-DB4BD4570A81}" sibTransId="{1030F044-AFB8-443D-8814-B5E6E190BD65}"/>
    <dgm:cxn modelId="{C62E827A-7665-4068-88B9-BA8717EC7919}" srcId="{61EA67F4-E66C-4AC4-A6AC-B5AA604FC6C6}" destId="{5E271642-01BE-4E3A-B7ED-56E129589F04}" srcOrd="3" destOrd="0" parTransId="{1A5373B8-DBF7-4171-98E8-4CB8CE83F504}" sibTransId="{38EDEB9F-2938-49A7-8185-3D461DBAE2BE}"/>
    <dgm:cxn modelId="{24CED97B-67D9-4A55-9EA3-9FBE6ACAD89D}" srcId="{7315713E-2305-407D-A2ED-EFE89F80893C}" destId="{2F0067E6-9743-4C8C-9590-AA33827A18E8}" srcOrd="1" destOrd="0" parTransId="{877E4A93-45D7-4842-AD76-AE35B597B550}" sibTransId="{2076D6DE-7AF8-4046-B7A2-1F264D75C2A0}"/>
    <dgm:cxn modelId="{F365707E-991F-41F5-AEBB-FC031A6CB8A1}" type="presOf" srcId="{2F0067E6-9743-4C8C-9590-AA33827A18E8}" destId="{F7861186-3306-4628-8987-12B20D6E4015}" srcOrd="0" destOrd="0" presId="urn:microsoft.com/office/officeart/2018/5/layout/CenteredIconLabelDescriptionList"/>
    <dgm:cxn modelId="{0A6DC285-3F61-401A-AFB3-B52603A9739E}" srcId="{61EA67F4-E66C-4AC4-A6AC-B5AA604FC6C6}" destId="{3CE67024-76E7-4DAB-B438-24EF5E2C9521}" srcOrd="0" destOrd="0" parTransId="{AD34DA7F-B9C7-4422-BC5D-09B7A6E5749B}" sibTransId="{7819750E-CB84-428F-81D0-E62E67F5AC41}"/>
    <dgm:cxn modelId="{7373D886-04FD-4838-BD9D-75212EDC28B2}" type="presOf" srcId="{C339B06A-D9B7-4F5F-BE61-AE05450931E9}" destId="{F9DE47F8-6CCD-49CD-B03C-A769FE736BF2}" srcOrd="0" destOrd="0" presId="urn:microsoft.com/office/officeart/2018/5/layout/CenteredIconLabelDescriptionList"/>
    <dgm:cxn modelId="{26CAD787-4AD5-4673-B988-55BBB4EBF1E2}" srcId="{61EA67F4-E66C-4AC4-A6AC-B5AA604FC6C6}" destId="{1C07DA33-0ACB-4642-82DE-45D65E4BEBE9}" srcOrd="2" destOrd="0" parTransId="{253E30E8-902F-4BCB-9BEF-06D5110EC4E8}" sibTransId="{9C161712-D1C2-4585-98F0-7D181C41231F}"/>
    <dgm:cxn modelId="{04FC4F8D-E348-495B-A8B7-E9B1675828A1}" srcId="{2F0067E6-9743-4C8C-9590-AA33827A18E8}" destId="{E9323B4C-9A3C-4996-87D8-34416CE2573B}" srcOrd="3" destOrd="0" parTransId="{2383168F-E738-4AE9-95EE-B3EA7A64158A}" sibTransId="{1DF177C1-0C51-407E-A0F6-1ECEBE2A6690}"/>
    <dgm:cxn modelId="{190FFA93-8C3D-443E-AACD-640116564517}" srcId="{61EA67F4-E66C-4AC4-A6AC-B5AA604FC6C6}" destId="{C8EF7E64-7ACC-4DA6-B29E-7C5D2C3E2B1D}" srcOrd="1" destOrd="0" parTransId="{980B8DD3-0F3B-489F-8030-002BB5B638D3}" sibTransId="{27F60A84-5127-4CF8-AC8C-AF62DCE7CD05}"/>
    <dgm:cxn modelId="{2CA60B94-7BBF-4E73-9D4D-93452D7E432B}" srcId="{B708B201-FC6D-42E5-ABF5-0B1314FA59A9}" destId="{951C3E93-B33F-4E01-B4E4-AEDA0195B0A3}" srcOrd="1" destOrd="0" parTransId="{095EB009-A543-4485-A499-D7DB08D6A0E2}" sibTransId="{487F37D6-17BA-4464-8B61-3487DBE56F29}"/>
    <dgm:cxn modelId="{64331CA0-66EC-4653-BE0D-2B68E001032F}" srcId="{2F0067E6-9743-4C8C-9590-AA33827A18E8}" destId="{A19897BA-42DF-4E6B-891D-B51E6932AC53}" srcOrd="1" destOrd="0" parTransId="{EA13EB40-D670-48E0-A71F-D895D386FD52}" sibTransId="{4219C269-0876-4A1A-BB77-498FC043F9DC}"/>
    <dgm:cxn modelId="{6DD0CCA0-2C55-46A5-936A-E85F1C3D2381}" type="presOf" srcId="{0DDADE93-72F5-437A-BBCB-8EBAE767FE1A}" destId="{F9DE47F8-6CCD-49CD-B03C-A769FE736BF2}" srcOrd="0" destOrd="3" presId="urn:microsoft.com/office/officeart/2018/5/layout/CenteredIconLabelDescriptionList"/>
    <dgm:cxn modelId="{191948A3-234C-41B1-B5AA-5302FFB16A4B}" srcId="{2F0067E6-9743-4C8C-9590-AA33827A18E8}" destId="{818189B4-0768-405C-A3CD-8C2792AB131B}" srcOrd="2" destOrd="0" parTransId="{107AD3E9-4AD0-4725-84A3-84634F7890B0}" sibTransId="{01402D17-AF07-43DA-B3D9-80B697B13CCA}"/>
    <dgm:cxn modelId="{1A64FFAB-1FB9-4D6C-9983-0653C22610E8}" type="presOf" srcId="{B708B201-FC6D-42E5-ABF5-0B1314FA59A9}" destId="{2776A42C-8CCA-4C52-8137-E1D926ED88D9}" srcOrd="0" destOrd="0" presId="urn:microsoft.com/office/officeart/2018/5/layout/CenteredIconLabelDescriptionList"/>
    <dgm:cxn modelId="{47C140B4-182F-48B3-84EA-50206089405A}" type="presOf" srcId="{A19897BA-42DF-4E6B-891D-B51E6932AC53}" destId="{D44CB7C2-CF43-4F14-A257-BA2BCAF74293}" srcOrd="0" destOrd="1" presId="urn:microsoft.com/office/officeart/2018/5/layout/CenteredIconLabelDescriptionList"/>
    <dgm:cxn modelId="{F799EDB5-51EB-40D7-845E-BC8459088CA6}" type="presOf" srcId="{5E271642-01BE-4E3A-B7ED-56E129589F04}" destId="{0A194264-D7FD-4207-B520-9DB0DCCEB7C0}" srcOrd="0" destOrd="3" presId="urn:microsoft.com/office/officeart/2018/5/layout/CenteredIconLabelDescriptionList"/>
    <dgm:cxn modelId="{A47D03BC-DE30-4E11-BDCF-0005DB3CD401}" type="presOf" srcId="{3CE67024-76E7-4DAB-B438-24EF5E2C9521}" destId="{0A194264-D7FD-4207-B520-9DB0DCCEB7C0}" srcOrd="0" destOrd="0" presId="urn:microsoft.com/office/officeart/2018/5/layout/CenteredIconLabelDescriptionList"/>
    <dgm:cxn modelId="{5A1F1DC2-F5F4-4E92-ABBA-19126B13E05A}" type="presOf" srcId="{E9323B4C-9A3C-4996-87D8-34416CE2573B}" destId="{D44CB7C2-CF43-4F14-A257-BA2BCAF74293}" srcOrd="0" destOrd="3" presId="urn:microsoft.com/office/officeart/2018/5/layout/CenteredIconLabelDescriptionList"/>
    <dgm:cxn modelId="{983619CD-F708-4FE9-8407-2F14C9D62A49}" type="presOf" srcId="{D337F37B-772C-4455-9D84-8BF7C816FEAD}" destId="{F9DE47F8-6CCD-49CD-B03C-A769FE736BF2}" srcOrd="0" destOrd="2" presId="urn:microsoft.com/office/officeart/2018/5/layout/CenteredIconLabelDescriptionList"/>
    <dgm:cxn modelId="{CE12D6DD-F032-47B5-A00C-8164F6E5208F}" type="presOf" srcId="{C8EF7E64-7ACC-4DA6-B29E-7C5D2C3E2B1D}" destId="{0A194264-D7FD-4207-B520-9DB0DCCEB7C0}" srcOrd="0" destOrd="1" presId="urn:microsoft.com/office/officeart/2018/5/layout/CenteredIconLabelDescriptionList"/>
    <dgm:cxn modelId="{6B3158F0-6C43-4834-A585-47757828E420}" type="presOf" srcId="{951C3E93-B33F-4E01-B4E4-AEDA0195B0A3}" destId="{F9DE47F8-6CCD-49CD-B03C-A769FE736BF2}" srcOrd="0" destOrd="1" presId="urn:microsoft.com/office/officeart/2018/5/layout/CenteredIconLabelDescriptionList"/>
    <dgm:cxn modelId="{70237EF1-A956-4AF6-A5ED-89F008B6BCC9}" srcId="{B708B201-FC6D-42E5-ABF5-0B1314FA59A9}" destId="{0DDADE93-72F5-437A-BBCB-8EBAE767FE1A}" srcOrd="3" destOrd="0" parTransId="{A7585D99-FF97-4A14-A727-C3FA4288857B}" sibTransId="{CA8551BB-803D-4C95-8C59-B158A43F698F}"/>
    <dgm:cxn modelId="{513756F2-35E0-4B94-8F1B-3492A5795507}" type="presOf" srcId="{1C07DA33-0ACB-4642-82DE-45D65E4BEBE9}" destId="{0A194264-D7FD-4207-B520-9DB0DCCEB7C0}" srcOrd="0" destOrd="2" presId="urn:microsoft.com/office/officeart/2018/5/layout/CenteredIconLabelDescriptionList"/>
    <dgm:cxn modelId="{18A8CEFA-787F-4917-95BD-BD182E394C1A}" type="presOf" srcId="{61EA67F4-E66C-4AC4-A6AC-B5AA604FC6C6}" destId="{2130D57E-E872-48FA-9F55-76DBB75C07A7}" srcOrd="0" destOrd="0" presId="urn:microsoft.com/office/officeart/2018/5/layout/CenteredIconLabelDescriptionList"/>
    <dgm:cxn modelId="{20A9EAB2-E558-4F22-8CC6-669DF3E428D0}" type="presParOf" srcId="{45C21F68-28D6-4986-95F0-DF383E1E721B}" destId="{27C6D56F-AEDF-4481-8086-EA8FB0DF3B69}" srcOrd="0" destOrd="0" presId="urn:microsoft.com/office/officeart/2018/5/layout/CenteredIconLabelDescriptionList"/>
    <dgm:cxn modelId="{3D8437F9-97AD-473C-8AAB-450AFCF6F71D}" type="presParOf" srcId="{27C6D56F-AEDF-4481-8086-EA8FB0DF3B69}" destId="{5E2899E8-90A0-498B-A581-F992F179FF87}" srcOrd="0" destOrd="0" presId="urn:microsoft.com/office/officeart/2018/5/layout/CenteredIconLabelDescriptionList"/>
    <dgm:cxn modelId="{936E2163-D343-434D-AD7C-84C03177DADE}" type="presParOf" srcId="{27C6D56F-AEDF-4481-8086-EA8FB0DF3B69}" destId="{11D5B9BB-F205-488B-86C1-E0669C728203}" srcOrd="1" destOrd="0" presId="urn:microsoft.com/office/officeart/2018/5/layout/CenteredIconLabelDescriptionList"/>
    <dgm:cxn modelId="{D16D3543-868D-4824-A550-C571AA9B300F}" type="presParOf" srcId="{27C6D56F-AEDF-4481-8086-EA8FB0DF3B69}" destId="{2776A42C-8CCA-4C52-8137-E1D926ED88D9}" srcOrd="2" destOrd="0" presId="urn:microsoft.com/office/officeart/2018/5/layout/CenteredIconLabelDescriptionList"/>
    <dgm:cxn modelId="{4C63D486-54E3-42DA-BD2B-9BB4C0F0F62D}" type="presParOf" srcId="{27C6D56F-AEDF-4481-8086-EA8FB0DF3B69}" destId="{32380239-39D5-4CC6-AD2B-BD89E72953C8}" srcOrd="3" destOrd="0" presId="urn:microsoft.com/office/officeart/2018/5/layout/CenteredIconLabelDescriptionList"/>
    <dgm:cxn modelId="{D7814508-6CC8-4C35-AFA9-AF16AF1BDFDA}" type="presParOf" srcId="{27C6D56F-AEDF-4481-8086-EA8FB0DF3B69}" destId="{F9DE47F8-6CCD-49CD-B03C-A769FE736BF2}" srcOrd="4" destOrd="0" presId="urn:microsoft.com/office/officeart/2018/5/layout/CenteredIconLabelDescriptionList"/>
    <dgm:cxn modelId="{ED21E8D1-FCF6-4E59-864E-F23E980C38AF}" type="presParOf" srcId="{45C21F68-28D6-4986-95F0-DF383E1E721B}" destId="{56BD699F-F72F-42BE-8166-EC11FCAD6F57}" srcOrd="1" destOrd="0" presId="urn:microsoft.com/office/officeart/2018/5/layout/CenteredIconLabelDescriptionList"/>
    <dgm:cxn modelId="{98324776-DC5A-43E8-9ED8-768589FD2347}" type="presParOf" srcId="{45C21F68-28D6-4986-95F0-DF383E1E721B}" destId="{D3524692-5616-49BD-90BE-23BCC75E81BB}" srcOrd="2" destOrd="0" presId="urn:microsoft.com/office/officeart/2018/5/layout/CenteredIconLabelDescriptionList"/>
    <dgm:cxn modelId="{DF3F80DB-429E-4A80-BA54-C4C75A676957}" type="presParOf" srcId="{D3524692-5616-49BD-90BE-23BCC75E81BB}" destId="{A8147F2A-3512-4945-AE2C-1D1AE3EAABA7}" srcOrd="0" destOrd="0" presId="urn:microsoft.com/office/officeart/2018/5/layout/CenteredIconLabelDescriptionList"/>
    <dgm:cxn modelId="{A4001524-7311-4FA6-A73F-1D784392CCC4}" type="presParOf" srcId="{D3524692-5616-49BD-90BE-23BCC75E81BB}" destId="{EEEA4A0F-7BE0-44C5-B8F4-A9F9AE680E53}" srcOrd="1" destOrd="0" presId="urn:microsoft.com/office/officeart/2018/5/layout/CenteredIconLabelDescriptionList"/>
    <dgm:cxn modelId="{3C4C18D4-B80D-48E8-B30C-82727241BD4A}" type="presParOf" srcId="{D3524692-5616-49BD-90BE-23BCC75E81BB}" destId="{F7861186-3306-4628-8987-12B20D6E4015}" srcOrd="2" destOrd="0" presId="urn:microsoft.com/office/officeart/2018/5/layout/CenteredIconLabelDescriptionList"/>
    <dgm:cxn modelId="{171B8332-FB68-4B63-AB97-E8190EF97DA7}" type="presParOf" srcId="{D3524692-5616-49BD-90BE-23BCC75E81BB}" destId="{61104774-1C64-4F2C-A959-2BFB62C314AF}" srcOrd="3" destOrd="0" presId="urn:microsoft.com/office/officeart/2018/5/layout/CenteredIconLabelDescriptionList"/>
    <dgm:cxn modelId="{0F3169DF-7916-4E70-9C72-350B55318DE3}" type="presParOf" srcId="{D3524692-5616-49BD-90BE-23BCC75E81BB}" destId="{D44CB7C2-CF43-4F14-A257-BA2BCAF74293}" srcOrd="4" destOrd="0" presId="urn:microsoft.com/office/officeart/2018/5/layout/CenteredIconLabelDescriptionList"/>
    <dgm:cxn modelId="{F68B1DE3-908D-49CE-AC6D-28010F82411B}" type="presParOf" srcId="{45C21F68-28D6-4986-95F0-DF383E1E721B}" destId="{EDCF8B6C-8C95-40BE-AE92-B5DFEE0BF3AB}" srcOrd="3" destOrd="0" presId="urn:microsoft.com/office/officeart/2018/5/layout/CenteredIconLabelDescriptionList"/>
    <dgm:cxn modelId="{D94C5B7E-1F88-4E1B-A960-EF331D6601D8}" type="presParOf" srcId="{45C21F68-28D6-4986-95F0-DF383E1E721B}" destId="{7BA5E0A2-CFB4-46A9-9EC7-CDB71C7E3139}" srcOrd="4" destOrd="0" presId="urn:microsoft.com/office/officeart/2018/5/layout/CenteredIconLabelDescriptionList"/>
    <dgm:cxn modelId="{887C38DE-746C-4CCB-A4E6-74E62771E41E}" type="presParOf" srcId="{7BA5E0A2-CFB4-46A9-9EC7-CDB71C7E3139}" destId="{4798AEDD-03D5-4B7F-B45D-8B0D53198C2B}" srcOrd="0" destOrd="0" presId="urn:microsoft.com/office/officeart/2018/5/layout/CenteredIconLabelDescriptionList"/>
    <dgm:cxn modelId="{C2D72BCF-0403-4C9C-879E-0E5C0F56E99A}" type="presParOf" srcId="{7BA5E0A2-CFB4-46A9-9EC7-CDB71C7E3139}" destId="{827A306D-1094-4801-A290-0FA403AD0B1C}" srcOrd="1" destOrd="0" presId="urn:microsoft.com/office/officeart/2018/5/layout/CenteredIconLabelDescriptionList"/>
    <dgm:cxn modelId="{EFDD9341-BCFF-4329-A9AE-FAE9054A384A}" type="presParOf" srcId="{7BA5E0A2-CFB4-46A9-9EC7-CDB71C7E3139}" destId="{2130D57E-E872-48FA-9F55-76DBB75C07A7}" srcOrd="2" destOrd="0" presId="urn:microsoft.com/office/officeart/2018/5/layout/CenteredIconLabelDescriptionList"/>
    <dgm:cxn modelId="{F8D5E091-5E5F-4A04-B9CE-3C2ED11DB4D5}" type="presParOf" srcId="{7BA5E0A2-CFB4-46A9-9EC7-CDB71C7E3139}" destId="{558FDFFE-CF83-417A-9E8D-548F4B34EC79}" srcOrd="3" destOrd="0" presId="urn:microsoft.com/office/officeart/2018/5/layout/CenteredIconLabelDescriptionList"/>
    <dgm:cxn modelId="{693F6109-E615-4CDD-8FBC-44059807B236}" type="presParOf" srcId="{7BA5E0A2-CFB4-46A9-9EC7-CDB71C7E3139}" destId="{0A194264-D7FD-4207-B520-9DB0DCCEB7C0}"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CDF597D9-BFBE-4897-81BB-D69E32E630D6}" type="doc">
      <dgm:prSet loTypeId="urn:microsoft.com/office/officeart/2005/8/layout/hierarchy2" loCatId="hierarchy" qsTypeId="urn:microsoft.com/office/officeart/2005/8/quickstyle/simple1" qsCatId="simple" csTypeId="urn:microsoft.com/office/officeart/2005/8/colors/colorful1" csCatId="colorful"/>
      <dgm:spPr/>
      <dgm:t>
        <a:bodyPr/>
        <a:lstStyle/>
        <a:p>
          <a:endParaRPr lang="en-US"/>
        </a:p>
      </dgm:t>
    </dgm:pt>
    <dgm:pt modelId="{62B1BF90-426F-4E42-83E7-0EEC323A6AA5}">
      <dgm:prSet/>
      <dgm:spPr/>
      <dgm:t>
        <a:bodyPr/>
        <a:lstStyle/>
        <a:p>
          <a:r>
            <a:rPr lang="fr-FR" b="1"/>
            <a:t>Essayez MartialComp gratuitement pendant 30 jours !</a:t>
          </a:r>
          <a:endParaRPr lang="en-US"/>
        </a:p>
      </dgm:t>
    </dgm:pt>
    <dgm:pt modelId="{CDD7D765-FCCB-4705-B679-BF25B695F808}" type="parTrans" cxnId="{D2FF131C-370A-40F2-9A88-F2E6954E4D42}">
      <dgm:prSet/>
      <dgm:spPr/>
      <dgm:t>
        <a:bodyPr/>
        <a:lstStyle/>
        <a:p>
          <a:endParaRPr lang="en-US"/>
        </a:p>
      </dgm:t>
    </dgm:pt>
    <dgm:pt modelId="{1FE5949F-21F4-48BC-A099-9C21727C0672}" type="sibTrans" cxnId="{D2FF131C-370A-40F2-9A88-F2E6954E4D42}">
      <dgm:prSet/>
      <dgm:spPr/>
      <dgm:t>
        <a:bodyPr/>
        <a:lstStyle/>
        <a:p>
          <a:endParaRPr lang="en-US"/>
        </a:p>
      </dgm:t>
    </dgm:pt>
    <dgm:pt modelId="{1F1F1B4A-A3F4-459B-BEC0-B4ACFCA64B07}">
      <dgm:prSet/>
      <dgm:spPr/>
      <dgm:t>
        <a:bodyPr/>
        <a:lstStyle/>
        <a:p>
          <a:r>
            <a:rPr lang="fr-FR"/>
            <a:t>Accès complet à toutes les fonctionnalités</a:t>
          </a:r>
          <a:endParaRPr lang="en-US"/>
        </a:p>
      </dgm:t>
    </dgm:pt>
    <dgm:pt modelId="{BC386226-05E8-4B18-B11E-1B6F3056F3AD}" type="parTrans" cxnId="{56EF0ADD-C03F-4E6C-A2E7-E9EAEDA48796}">
      <dgm:prSet/>
      <dgm:spPr/>
      <dgm:t>
        <a:bodyPr/>
        <a:lstStyle/>
        <a:p>
          <a:endParaRPr lang="en-US"/>
        </a:p>
      </dgm:t>
    </dgm:pt>
    <dgm:pt modelId="{BD2CBF65-FE42-4586-9E50-DFC4A79524C3}" type="sibTrans" cxnId="{56EF0ADD-C03F-4E6C-A2E7-E9EAEDA48796}">
      <dgm:prSet/>
      <dgm:spPr/>
      <dgm:t>
        <a:bodyPr/>
        <a:lstStyle/>
        <a:p>
          <a:endParaRPr lang="en-US"/>
        </a:p>
      </dgm:t>
    </dgm:pt>
    <dgm:pt modelId="{7818ED7D-9FD1-4076-AF0A-46AC77BD667C}">
      <dgm:prSet/>
      <dgm:spPr/>
      <dgm:t>
        <a:bodyPr/>
        <a:lstStyle/>
        <a:p>
          <a:r>
            <a:rPr lang="fr-FR"/>
            <a:t>Aucune carte de crédit requise</a:t>
          </a:r>
          <a:endParaRPr lang="en-US"/>
        </a:p>
      </dgm:t>
    </dgm:pt>
    <dgm:pt modelId="{689F2D8F-BA88-46EA-9BAC-DF177A9FB493}" type="parTrans" cxnId="{389C0CC0-699A-4BEC-8C26-F8BA98E26AD9}">
      <dgm:prSet/>
      <dgm:spPr/>
      <dgm:t>
        <a:bodyPr/>
        <a:lstStyle/>
        <a:p>
          <a:endParaRPr lang="en-US"/>
        </a:p>
      </dgm:t>
    </dgm:pt>
    <dgm:pt modelId="{7D9CD868-1E4F-4F06-83C7-F98B3587FF70}" type="sibTrans" cxnId="{389C0CC0-699A-4BEC-8C26-F8BA98E26AD9}">
      <dgm:prSet/>
      <dgm:spPr/>
      <dgm:t>
        <a:bodyPr/>
        <a:lstStyle/>
        <a:p>
          <a:endParaRPr lang="en-US"/>
        </a:p>
      </dgm:t>
    </dgm:pt>
    <dgm:pt modelId="{36087294-5407-4A41-954D-04BF6F4F992D}">
      <dgm:prSet/>
      <dgm:spPr/>
      <dgm:t>
        <a:bodyPr/>
        <a:lstStyle/>
        <a:p>
          <a:r>
            <a:rPr lang="fr-FR"/>
            <a:t>Configuration de votre espace personnalisé</a:t>
          </a:r>
          <a:endParaRPr lang="en-US"/>
        </a:p>
      </dgm:t>
    </dgm:pt>
    <dgm:pt modelId="{79C1B22C-3568-4384-90C1-2C27EFD8478D}" type="parTrans" cxnId="{6419912A-D72A-4BAE-AF03-AE9B5826E46D}">
      <dgm:prSet/>
      <dgm:spPr/>
      <dgm:t>
        <a:bodyPr/>
        <a:lstStyle/>
        <a:p>
          <a:endParaRPr lang="en-US"/>
        </a:p>
      </dgm:t>
    </dgm:pt>
    <dgm:pt modelId="{71727295-DFF1-4DB6-8954-DD2A0D5B503E}" type="sibTrans" cxnId="{6419912A-D72A-4BAE-AF03-AE9B5826E46D}">
      <dgm:prSet/>
      <dgm:spPr/>
      <dgm:t>
        <a:bodyPr/>
        <a:lstStyle/>
        <a:p>
          <a:endParaRPr lang="en-US"/>
        </a:p>
      </dgm:t>
    </dgm:pt>
    <dgm:pt modelId="{AD877DE6-1EAD-48DA-AAB0-174359322C03}">
      <dgm:prSet/>
      <dgm:spPr/>
      <dgm:t>
        <a:bodyPr/>
        <a:lstStyle/>
        <a:p>
          <a:r>
            <a:rPr lang="fr-FR"/>
            <a:t>Support dédié pendant la phase d'essai</a:t>
          </a:r>
          <a:endParaRPr lang="en-US"/>
        </a:p>
      </dgm:t>
    </dgm:pt>
    <dgm:pt modelId="{020E52F4-D2DB-4FED-AF83-291D328982B0}" type="parTrans" cxnId="{C6A3345E-CDC8-4125-AF5D-7B361C6775E0}">
      <dgm:prSet/>
      <dgm:spPr/>
      <dgm:t>
        <a:bodyPr/>
        <a:lstStyle/>
        <a:p>
          <a:endParaRPr lang="en-US"/>
        </a:p>
      </dgm:t>
    </dgm:pt>
    <dgm:pt modelId="{75E878C0-548D-42F3-9228-A8B03509F9D4}" type="sibTrans" cxnId="{C6A3345E-CDC8-4125-AF5D-7B361C6775E0}">
      <dgm:prSet/>
      <dgm:spPr/>
      <dgm:t>
        <a:bodyPr/>
        <a:lstStyle/>
        <a:p>
          <a:endParaRPr lang="en-US"/>
        </a:p>
      </dgm:t>
    </dgm:pt>
    <dgm:pt modelId="{53B9BB32-AAD0-4496-9FBA-076CA7D9AEA7}">
      <dgm:prSet/>
      <dgm:spPr/>
      <dgm:t>
        <a:bodyPr/>
        <a:lstStyle/>
        <a:p>
          <a:r>
            <a:rPr lang="fr-FR" b="1"/>
            <a:t>[COMMENCER MON ESSAI GRATUIT]</a:t>
          </a:r>
          <a:endParaRPr lang="en-US"/>
        </a:p>
      </dgm:t>
    </dgm:pt>
    <dgm:pt modelId="{D6199D19-76EC-4F0E-9F22-A443BE1607B8}" type="parTrans" cxnId="{C58C7230-7771-4244-B335-F97B8467BABE}">
      <dgm:prSet/>
      <dgm:spPr/>
      <dgm:t>
        <a:bodyPr/>
        <a:lstStyle/>
        <a:p>
          <a:endParaRPr lang="en-US"/>
        </a:p>
      </dgm:t>
    </dgm:pt>
    <dgm:pt modelId="{1C5B6994-6989-481C-8141-9CE503E3C23C}" type="sibTrans" cxnId="{C58C7230-7771-4244-B335-F97B8467BABE}">
      <dgm:prSet/>
      <dgm:spPr/>
      <dgm:t>
        <a:bodyPr/>
        <a:lstStyle/>
        <a:p>
          <a:endParaRPr lang="en-US"/>
        </a:p>
      </dgm:t>
    </dgm:pt>
    <dgm:pt modelId="{4C4A878C-9A89-4CB5-98B3-9E06164C85C2}" type="pres">
      <dgm:prSet presAssocID="{CDF597D9-BFBE-4897-81BB-D69E32E630D6}" presName="diagram" presStyleCnt="0">
        <dgm:presLayoutVars>
          <dgm:chPref val="1"/>
          <dgm:dir/>
          <dgm:animOne val="branch"/>
          <dgm:animLvl val="lvl"/>
          <dgm:resizeHandles val="exact"/>
        </dgm:presLayoutVars>
      </dgm:prSet>
      <dgm:spPr/>
    </dgm:pt>
    <dgm:pt modelId="{DDA1AECD-7686-4448-977D-73459007309A}" type="pres">
      <dgm:prSet presAssocID="{62B1BF90-426F-4E42-83E7-0EEC323A6AA5}" presName="root1" presStyleCnt="0"/>
      <dgm:spPr/>
    </dgm:pt>
    <dgm:pt modelId="{D95770EF-752B-488E-875D-5A57B8FB86B8}" type="pres">
      <dgm:prSet presAssocID="{62B1BF90-426F-4E42-83E7-0EEC323A6AA5}" presName="LevelOneTextNode" presStyleLbl="node0" presStyleIdx="0" presStyleCnt="2">
        <dgm:presLayoutVars>
          <dgm:chPref val="3"/>
        </dgm:presLayoutVars>
      </dgm:prSet>
      <dgm:spPr/>
    </dgm:pt>
    <dgm:pt modelId="{0F9F3168-A743-43C4-A781-38EECAEEA606}" type="pres">
      <dgm:prSet presAssocID="{62B1BF90-426F-4E42-83E7-0EEC323A6AA5}" presName="level2hierChild" presStyleCnt="0"/>
      <dgm:spPr/>
    </dgm:pt>
    <dgm:pt modelId="{4FB4CC3F-85F9-4C30-93F3-0320006BADF5}" type="pres">
      <dgm:prSet presAssocID="{BC386226-05E8-4B18-B11E-1B6F3056F3AD}" presName="conn2-1" presStyleLbl="parChTrans1D2" presStyleIdx="0" presStyleCnt="4"/>
      <dgm:spPr/>
    </dgm:pt>
    <dgm:pt modelId="{5FC5B88A-D960-4B30-AD69-A539B0FE7E31}" type="pres">
      <dgm:prSet presAssocID="{BC386226-05E8-4B18-B11E-1B6F3056F3AD}" presName="connTx" presStyleLbl="parChTrans1D2" presStyleIdx="0" presStyleCnt="4"/>
      <dgm:spPr/>
    </dgm:pt>
    <dgm:pt modelId="{9B699C55-A623-44AC-ACF9-8438C4CB24E6}" type="pres">
      <dgm:prSet presAssocID="{1F1F1B4A-A3F4-459B-BEC0-B4ACFCA64B07}" presName="root2" presStyleCnt="0"/>
      <dgm:spPr/>
    </dgm:pt>
    <dgm:pt modelId="{595284C0-BD35-471C-A25B-FFD06E199107}" type="pres">
      <dgm:prSet presAssocID="{1F1F1B4A-A3F4-459B-BEC0-B4ACFCA64B07}" presName="LevelTwoTextNode" presStyleLbl="node2" presStyleIdx="0" presStyleCnt="4">
        <dgm:presLayoutVars>
          <dgm:chPref val="3"/>
        </dgm:presLayoutVars>
      </dgm:prSet>
      <dgm:spPr/>
    </dgm:pt>
    <dgm:pt modelId="{B889C4AA-F0F3-4A03-9565-49B163EDB341}" type="pres">
      <dgm:prSet presAssocID="{1F1F1B4A-A3F4-459B-BEC0-B4ACFCA64B07}" presName="level3hierChild" presStyleCnt="0"/>
      <dgm:spPr/>
    </dgm:pt>
    <dgm:pt modelId="{833DC6A8-54BD-4C61-9E1E-6DBFAD94F1A2}" type="pres">
      <dgm:prSet presAssocID="{689F2D8F-BA88-46EA-9BAC-DF177A9FB493}" presName="conn2-1" presStyleLbl="parChTrans1D2" presStyleIdx="1" presStyleCnt="4"/>
      <dgm:spPr/>
    </dgm:pt>
    <dgm:pt modelId="{17669FDF-9F4B-4C1E-A51D-C5B40D329EFB}" type="pres">
      <dgm:prSet presAssocID="{689F2D8F-BA88-46EA-9BAC-DF177A9FB493}" presName="connTx" presStyleLbl="parChTrans1D2" presStyleIdx="1" presStyleCnt="4"/>
      <dgm:spPr/>
    </dgm:pt>
    <dgm:pt modelId="{89F58BEE-69DE-4ADC-8347-AD841FF03F44}" type="pres">
      <dgm:prSet presAssocID="{7818ED7D-9FD1-4076-AF0A-46AC77BD667C}" presName="root2" presStyleCnt="0"/>
      <dgm:spPr/>
    </dgm:pt>
    <dgm:pt modelId="{DD6AFF21-5667-46B2-9EA2-471B17BFD926}" type="pres">
      <dgm:prSet presAssocID="{7818ED7D-9FD1-4076-AF0A-46AC77BD667C}" presName="LevelTwoTextNode" presStyleLbl="node2" presStyleIdx="1" presStyleCnt="4">
        <dgm:presLayoutVars>
          <dgm:chPref val="3"/>
        </dgm:presLayoutVars>
      </dgm:prSet>
      <dgm:spPr/>
    </dgm:pt>
    <dgm:pt modelId="{B3533E2B-823F-4649-A2D8-92F72B5664AF}" type="pres">
      <dgm:prSet presAssocID="{7818ED7D-9FD1-4076-AF0A-46AC77BD667C}" presName="level3hierChild" presStyleCnt="0"/>
      <dgm:spPr/>
    </dgm:pt>
    <dgm:pt modelId="{EA4EB555-D9F5-4B2E-AB43-F0D720D5BFA8}" type="pres">
      <dgm:prSet presAssocID="{79C1B22C-3568-4384-90C1-2C27EFD8478D}" presName="conn2-1" presStyleLbl="parChTrans1D2" presStyleIdx="2" presStyleCnt="4"/>
      <dgm:spPr/>
    </dgm:pt>
    <dgm:pt modelId="{7CBCE360-E498-4DBE-AB36-90276BAB7D06}" type="pres">
      <dgm:prSet presAssocID="{79C1B22C-3568-4384-90C1-2C27EFD8478D}" presName="connTx" presStyleLbl="parChTrans1D2" presStyleIdx="2" presStyleCnt="4"/>
      <dgm:spPr/>
    </dgm:pt>
    <dgm:pt modelId="{012C0086-4B17-4E67-A0FB-E6D10879A248}" type="pres">
      <dgm:prSet presAssocID="{36087294-5407-4A41-954D-04BF6F4F992D}" presName="root2" presStyleCnt="0"/>
      <dgm:spPr/>
    </dgm:pt>
    <dgm:pt modelId="{A1338247-603A-4E5E-8EA5-782CDF25870A}" type="pres">
      <dgm:prSet presAssocID="{36087294-5407-4A41-954D-04BF6F4F992D}" presName="LevelTwoTextNode" presStyleLbl="node2" presStyleIdx="2" presStyleCnt="4">
        <dgm:presLayoutVars>
          <dgm:chPref val="3"/>
        </dgm:presLayoutVars>
      </dgm:prSet>
      <dgm:spPr/>
    </dgm:pt>
    <dgm:pt modelId="{1F597A8A-E527-4A83-A111-4DA7DE420335}" type="pres">
      <dgm:prSet presAssocID="{36087294-5407-4A41-954D-04BF6F4F992D}" presName="level3hierChild" presStyleCnt="0"/>
      <dgm:spPr/>
    </dgm:pt>
    <dgm:pt modelId="{BF9FD5C6-80A9-4FE5-9C70-FBCCF3E970BB}" type="pres">
      <dgm:prSet presAssocID="{020E52F4-D2DB-4FED-AF83-291D328982B0}" presName="conn2-1" presStyleLbl="parChTrans1D2" presStyleIdx="3" presStyleCnt="4"/>
      <dgm:spPr/>
    </dgm:pt>
    <dgm:pt modelId="{CB0F60F3-1488-400F-B3F6-B6D7EA94B9EF}" type="pres">
      <dgm:prSet presAssocID="{020E52F4-D2DB-4FED-AF83-291D328982B0}" presName="connTx" presStyleLbl="parChTrans1D2" presStyleIdx="3" presStyleCnt="4"/>
      <dgm:spPr/>
    </dgm:pt>
    <dgm:pt modelId="{44754223-7CB4-4938-8ED2-8315198E3303}" type="pres">
      <dgm:prSet presAssocID="{AD877DE6-1EAD-48DA-AAB0-174359322C03}" presName="root2" presStyleCnt="0"/>
      <dgm:spPr/>
    </dgm:pt>
    <dgm:pt modelId="{A5F0E88A-57C5-4B6C-BB18-1C127597ED53}" type="pres">
      <dgm:prSet presAssocID="{AD877DE6-1EAD-48DA-AAB0-174359322C03}" presName="LevelTwoTextNode" presStyleLbl="node2" presStyleIdx="3" presStyleCnt="4">
        <dgm:presLayoutVars>
          <dgm:chPref val="3"/>
        </dgm:presLayoutVars>
      </dgm:prSet>
      <dgm:spPr/>
    </dgm:pt>
    <dgm:pt modelId="{1B3676D9-5D54-4078-8E7F-508979CEE9B7}" type="pres">
      <dgm:prSet presAssocID="{AD877DE6-1EAD-48DA-AAB0-174359322C03}" presName="level3hierChild" presStyleCnt="0"/>
      <dgm:spPr/>
    </dgm:pt>
    <dgm:pt modelId="{F729B7A8-FDEE-437E-8800-F5A3DAD32101}" type="pres">
      <dgm:prSet presAssocID="{53B9BB32-AAD0-4496-9FBA-076CA7D9AEA7}" presName="root1" presStyleCnt="0"/>
      <dgm:spPr/>
    </dgm:pt>
    <dgm:pt modelId="{57CFF7CE-CF65-42B8-93FB-51AC0BB33BE5}" type="pres">
      <dgm:prSet presAssocID="{53B9BB32-AAD0-4496-9FBA-076CA7D9AEA7}" presName="LevelOneTextNode" presStyleLbl="node0" presStyleIdx="1" presStyleCnt="2" custLinFactX="-61139" custLinFactNeighborX="-100000" custLinFactNeighborY="42351">
        <dgm:presLayoutVars>
          <dgm:chPref val="3"/>
        </dgm:presLayoutVars>
      </dgm:prSet>
      <dgm:spPr/>
    </dgm:pt>
    <dgm:pt modelId="{BB6A8936-120B-431E-A1B2-64D3EC8DC3DF}" type="pres">
      <dgm:prSet presAssocID="{53B9BB32-AAD0-4496-9FBA-076CA7D9AEA7}" presName="level2hierChild" presStyleCnt="0"/>
      <dgm:spPr/>
    </dgm:pt>
  </dgm:ptLst>
  <dgm:cxnLst>
    <dgm:cxn modelId="{8D17DC04-3D14-4928-92A3-A9D665561313}" type="presOf" srcId="{79C1B22C-3568-4384-90C1-2C27EFD8478D}" destId="{EA4EB555-D9F5-4B2E-AB43-F0D720D5BFA8}" srcOrd="0" destOrd="0" presId="urn:microsoft.com/office/officeart/2005/8/layout/hierarchy2"/>
    <dgm:cxn modelId="{D2FF131C-370A-40F2-9A88-F2E6954E4D42}" srcId="{CDF597D9-BFBE-4897-81BB-D69E32E630D6}" destId="{62B1BF90-426F-4E42-83E7-0EEC323A6AA5}" srcOrd="0" destOrd="0" parTransId="{CDD7D765-FCCB-4705-B679-BF25B695F808}" sibTransId="{1FE5949F-21F4-48BC-A099-9C21727C0672}"/>
    <dgm:cxn modelId="{A8C9082A-D568-43C6-A0A0-CF212C4D80EE}" type="presOf" srcId="{689F2D8F-BA88-46EA-9BAC-DF177A9FB493}" destId="{17669FDF-9F4B-4C1E-A51D-C5B40D329EFB}" srcOrd="1" destOrd="0" presId="urn:microsoft.com/office/officeart/2005/8/layout/hierarchy2"/>
    <dgm:cxn modelId="{6419912A-D72A-4BAE-AF03-AE9B5826E46D}" srcId="{62B1BF90-426F-4E42-83E7-0EEC323A6AA5}" destId="{36087294-5407-4A41-954D-04BF6F4F992D}" srcOrd="2" destOrd="0" parTransId="{79C1B22C-3568-4384-90C1-2C27EFD8478D}" sibTransId="{71727295-DFF1-4DB6-8954-DD2A0D5B503E}"/>
    <dgm:cxn modelId="{C58C7230-7771-4244-B335-F97B8467BABE}" srcId="{CDF597D9-BFBE-4897-81BB-D69E32E630D6}" destId="{53B9BB32-AAD0-4496-9FBA-076CA7D9AEA7}" srcOrd="1" destOrd="0" parTransId="{D6199D19-76EC-4F0E-9F22-A443BE1607B8}" sibTransId="{1C5B6994-6989-481C-8141-9CE503E3C23C}"/>
    <dgm:cxn modelId="{C6A3345E-CDC8-4125-AF5D-7B361C6775E0}" srcId="{62B1BF90-426F-4E42-83E7-0EEC323A6AA5}" destId="{AD877DE6-1EAD-48DA-AAB0-174359322C03}" srcOrd="3" destOrd="0" parTransId="{020E52F4-D2DB-4FED-AF83-291D328982B0}" sibTransId="{75E878C0-548D-42F3-9228-A8B03509F9D4}"/>
    <dgm:cxn modelId="{1AD0B849-9F3B-4D92-9BCA-6F485015D95E}" type="presOf" srcId="{53B9BB32-AAD0-4496-9FBA-076CA7D9AEA7}" destId="{57CFF7CE-CF65-42B8-93FB-51AC0BB33BE5}" srcOrd="0" destOrd="0" presId="urn:microsoft.com/office/officeart/2005/8/layout/hierarchy2"/>
    <dgm:cxn modelId="{D4DF016C-E2ED-4449-8A1B-982BA6403EE2}" type="presOf" srcId="{CDF597D9-BFBE-4897-81BB-D69E32E630D6}" destId="{4C4A878C-9A89-4CB5-98B3-9E06164C85C2}" srcOrd="0" destOrd="0" presId="urn:microsoft.com/office/officeart/2005/8/layout/hierarchy2"/>
    <dgm:cxn modelId="{AFD1626E-943B-419A-811D-858C7AECD89D}" type="presOf" srcId="{1F1F1B4A-A3F4-459B-BEC0-B4ACFCA64B07}" destId="{595284C0-BD35-471C-A25B-FFD06E199107}" srcOrd="0" destOrd="0" presId="urn:microsoft.com/office/officeart/2005/8/layout/hierarchy2"/>
    <dgm:cxn modelId="{CD7F4E6E-175A-4483-BAA4-72D64AC9CC16}" type="presOf" srcId="{AD877DE6-1EAD-48DA-AAB0-174359322C03}" destId="{A5F0E88A-57C5-4B6C-BB18-1C127597ED53}" srcOrd="0" destOrd="0" presId="urn:microsoft.com/office/officeart/2005/8/layout/hierarchy2"/>
    <dgm:cxn modelId="{79EA3C8B-4CCC-4C34-A865-8695DA956E85}" type="presOf" srcId="{79C1B22C-3568-4384-90C1-2C27EFD8478D}" destId="{7CBCE360-E498-4DBE-AB36-90276BAB7D06}" srcOrd="1" destOrd="0" presId="urn:microsoft.com/office/officeart/2005/8/layout/hierarchy2"/>
    <dgm:cxn modelId="{2713738E-F192-4878-B64E-59F0118173E6}" type="presOf" srcId="{BC386226-05E8-4B18-B11E-1B6F3056F3AD}" destId="{4FB4CC3F-85F9-4C30-93F3-0320006BADF5}" srcOrd="0" destOrd="0" presId="urn:microsoft.com/office/officeart/2005/8/layout/hierarchy2"/>
    <dgm:cxn modelId="{4556F6AC-C238-42D1-9DAF-DBA6412F2BE8}" type="presOf" srcId="{689F2D8F-BA88-46EA-9BAC-DF177A9FB493}" destId="{833DC6A8-54BD-4C61-9E1E-6DBFAD94F1A2}" srcOrd="0" destOrd="0" presId="urn:microsoft.com/office/officeart/2005/8/layout/hierarchy2"/>
    <dgm:cxn modelId="{389C0CC0-699A-4BEC-8C26-F8BA98E26AD9}" srcId="{62B1BF90-426F-4E42-83E7-0EEC323A6AA5}" destId="{7818ED7D-9FD1-4076-AF0A-46AC77BD667C}" srcOrd="1" destOrd="0" parTransId="{689F2D8F-BA88-46EA-9BAC-DF177A9FB493}" sibTransId="{7D9CD868-1E4F-4F06-83C7-F98B3587FF70}"/>
    <dgm:cxn modelId="{A3FB87C1-E740-4652-A787-3F824C03D684}" type="presOf" srcId="{BC386226-05E8-4B18-B11E-1B6F3056F3AD}" destId="{5FC5B88A-D960-4B30-AD69-A539B0FE7E31}" srcOrd="1" destOrd="0" presId="urn:microsoft.com/office/officeart/2005/8/layout/hierarchy2"/>
    <dgm:cxn modelId="{0BEC5DCA-67CC-42BB-964C-D5FAE6DF0A3E}" type="presOf" srcId="{62B1BF90-426F-4E42-83E7-0EEC323A6AA5}" destId="{D95770EF-752B-488E-875D-5A57B8FB86B8}" srcOrd="0" destOrd="0" presId="urn:microsoft.com/office/officeart/2005/8/layout/hierarchy2"/>
    <dgm:cxn modelId="{56EF0ADD-C03F-4E6C-A2E7-E9EAEDA48796}" srcId="{62B1BF90-426F-4E42-83E7-0EEC323A6AA5}" destId="{1F1F1B4A-A3F4-459B-BEC0-B4ACFCA64B07}" srcOrd="0" destOrd="0" parTransId="{BC386226-05E8-4B18-B11E-1B6F3056F3AD}" sibTransId="{BD2CBF65-FE42-4586-9E50-DFC4A79524C3}"/>
    <dgm:cxn modelId="{23FAA1E1-AA26-4F85-B85C-B20B9E132B88}" type="presOf" srcId="{020E52F4-D2DB-4FED-AF83-291D328982B0}" destId="{BF9FD5C6-80A9-4FE5-9C70-FBCCF3E970BB}" srcOrd="0" destOrd="0" presId="urn:microsoft.com/office/officeart/2005/8/layout/hierarchy2"/>
    <dgm:cxn modelId="{91F59FE7-A2EC-49AC-A3FE-622029ED835B}" type="presOf" srcId="{7818ED7D-9FD1-4076-AF0A-46AC77BD667C}" destId="{DD6AFF21-5667-46B2-9EA2-471B17BFD926}" srcOrd="0" destOrd="0" presId="urn:microsoft.com/office/officeart/2005/8/layout/hierarchy2"/>
    <dgm:cxn modelId="{78A668F4-BD4E-453D-A799-6A978916D6F0}" type="presOf" srcId="{36087294-5407-4A41-954D-04BF6F4F992D}" destId="{A1338247-603A-4E5E-8EA5-782CDF25870A}" srcOrd="0" destOrd="0" presId="urn:microsoft.com/office/officeart/2005/8/layout/hierarchy2"/>
    <dgm:cxn modelId="{038AAEF7-A1ED-4568-83FD-CD0DDC6C2C75}" type="presOf" srcId="{020E52F4-D2DB-4FED-AF83-291D328982B0}" destId="{CB0F60F3-1488-400F-B3F6-B6D7EA94B9EF}" srcOrd="1" destOrd="0" presId="urn:microsoft.com/office/officeart/2005/8/layout/hierarchy2"/>
    <dgm:cxn modelId="{36C48030-73A0-4588-856E-52AA34A3B2B4}" type="presParOf" srcId="{4C4A878C-9A89-4CB5-98B3-9E06164C85C2}" destId="{DDA1AECD-7686-4448-977D-73459007309A}" srcOrd="0" destOrd="0" presId="urn:microsoft.com/office/officeart/2005/8/layout/hierarchy2"/>
    <dgm:cxn modelId="{8F407705-057A-4861-9AAA-45ECE8DEF9CC}" type="presParOf" srcId="{DDA1AECD-7686-4448-977D-73459007309A}" destId="{D95770EF-752B-488E-875D-5A57B8FB86B8}" srcOrd="0" destOrd="0" presId="urn:microsoft.com/office/officeart/2005/8/layout/hierarchy2"/>
    <dgm:cxn modelId="{CD98FC84-F762-4643-8642-9C396790DC36}" type="presParOf" srcId="{DDA1AECD-7686-4448-977D-73459007309A}" destId="{0F9F3168-A743-43C4-A781-38EECAEEA606}" srcOrd="1" destOrd="0" presId="urn:microsoft.com/office/officeart/2005/8/layout/hierarchy2"/>
    <dgm:cxn modelId="{EE5D17A2-D3B6-40E3-8EDB-1CE9777AC2F7}" type="presParOf" srcId="{0F9F3168-A743-43C4-A781-38EECAEEA606}" destId="{4FB4CC3F-85F9-4C30-93F3-0320006BADF5}" srcOrd="0" destOrd="0" presId="urn:microsoft.com/office/officeart/2005/8/layout/hierarchy2"/>
    <dgm:cxn modelId="{3C679DEA-1D83-433F-A207-6DD9188F1A8F}" type="presParOf" srcId="{4FB4CC3F-85F9-4C30-93F3-0320006BADF5}" destId="{5FC5B88A-D960-4B30-AD69-A539B0FE7E31}" srcOrd="0" destOrd="0" presId="urn:microsoft.com/office/officeart/2005/8/layout/hierarchy2"/>
    <dgm:cxn modelId="{B03AAB9C-2350-4B1B-91A6-064B11403EBB}" type="presParOf" srcId="{0F9F3168-A743-43C4-A781-38EECAEEA606}" destId="{9B699C55-A623-44AC-ACF9-8438C4CB24E6}" srcOrd="1" destOrd="0" presId="urn:microsoft.com/office/officeart/2005/8/layout/hierarchy2"/>
    <dgm:cxn modelId="{DEBC5ED8-99E3-408C-BC1A-99FC9E4A25AB}" type="presParOf" srcId="{9B699C55-A623-44AC-ACF9-8438C4CB24E6}" destId="{595284C0-BD35-471C-A25B-FFD06E199107}" srcOrd="0" destOrd="0" presId="urn:microsoft.com/office/officeart/2005/8/layout/hierarchy2"/>
    <dgm:cxn modelId="{05D0434B-D031-4DDD-8AAA-FB8BB00D98FB}" type="presParOf" srcId="{9B699C55-A623-44AC-ACF9-8438C4CB24E6}" destId="{B889C4AA-F0F3-4A03-9565-49B163EDB341}" srcOrd="1" destOrd="0" presId="urn:microsoft.com/office/officeart/2005/8/layout/hierarchy2"/>
    <dgm:cxn modelId="{A45FC528-9A11-444D-8876-28082F39E436}" type="presParOf" srcId="{0F9F3168-A743-43C4-A781-38EECAEEA606}" destId="{833DC6A8-54BD-4C61-9E1E-6DBFAD94F1A2}" srcOrd="2" destOrd="0" presId="urn:microsoft.com/office/officeart/2005/8/layout/hierarchy2"/>
    <dgm:cxn modelId="{F164F6CE-4017-4DF9-A926-374694AE3D76}" type="presParOf" srcId="{833DC6A8-54BD-4C61-9E1E-6DBFAD94F1A2}" destId="{17669FDF-9F4B-4C1E-A51D-C5B40D329EFB}" srcOrd="0" destOrd="0" presId="urn:microsoft.com/office/officeart/2005/8/layout/hierarchy2"/>
    <dgm:cxn modelId="{313F0BE9-8211-4CC1-933B-AC27E0F92F9E}" type="presParOf" srcId="{0F9F3168-A743-43C4-A781-38EECAEEA606}" destId="{89F58BEE-69DE-4ADC-8347-AD841FF03F44}" srcOrd="3" destOrd="0" presId="urn:microsoft.com/office/officeart/2005/8/layout/hierarchy2"/>
    <dgm:cxn modelId="{02F08BE9-6590-4295-B742-4C37A95346EE}" type="presParOf" srcId="{89F58BEE-69DE-4ADC-8347-AD841FF03F44}" destId="{DD6AFF21-5667-46B2-9EA2-471B17BFD926}" srcOrd="0" destOrd="0" presId="urn:microsoft.com/office/officeart/2005/8/layout/hierarchy2"/>
    <dgm:cxn modelId="{353DF44D-D442-4FDE-9948-D8356C0AB16F}" type="presParOf" srcId="{89F58BEE-69DE-4ADC-8347-AD841FF03F44}" destId="{B3533E2B-823F-4649-A2D8-92F72B5664AF}" srcOrd="1" destOrd="0" presId="urn:microsoft.com/office/officeart/2005/8/layout/hierarchy2"/>
    <dgm:cxn modelId="{18BCC700-1EFC-4264-96D0-885FC1FACC6F}" type="presParOf" srcId="{0F9F3168-A743-43C4-A781-38EECAEEA606}" destId="{EA4EB555-D9F5-4B2E-AB43-F0D720D5BFA8}" srcOrd="4" destOrd="0" presId="urn:microsoft.com/office/officeart/2005/8/layout/hierarchy2"/>
    <dgm:cxn modelId="{212442B3-8EB3-4C0C-B471-E3AFBFD7B8C6}" type="presParOf" srcId="{EA4EB555-D9F5-4B2E-AB43-F0D720D5BFA8}" destId="{7CBCE360-E498-4DBE-AB36-90276BAB7D06}" srcOrd="0" destOrd="0" presId="urn:microsoft.com/office/officeart/2005/8/layout/hierarchy2"/>
    <dgm:cxn modelId="{8D3FA9EE-80C7-42F3-91A5-F4F3A2325F5E}" type="presParOf" srcId="{0F9F3168-A743-43C4-A781-38EECAEEA606}" destId="{012C0086-4B17-4E67-A0FB-E6D10879A248}" srcOrd="5" destOrd="0" presId="urn:microsoft.com/office/officeart/2005/8/layout/hierarchy2"/>
    <dgm:cxn modelId="{4C2622E4-7C8A-457A-B8AE-FCC09D392336}" type="presParOf" srcId="{012C0086-4B17-4E67-A0FB-E6D10879A248}" destId="{A1338247-603A-4E5E-8EA5-782CDF25870A}" srcOrd="0" destOrd="0" presId="urn:microsoft.com/office/officeart/2005/8/layout/hierarchy2"/>
    <dgm:cxn modelId="{E95C6438-23DA-48E3-8946-C652F73620BC}" type="presParOf" srcId="{012C0086-4B17-4E67-A0FB-E6D10879A248}" destId="{1F597A8A-E527-4A83-A111-4DA7DE420335}" srcOrd="1" destOrd="0" presId="urn:microsoft.com/office/officeart/2005/8/layout/hierarchy2"/>
    <dgm:cxn modelId="{9479E5A1-0704-44FD-ABB7-77A31AF0A03F}" type="presParOf" srcId="{0F9F3168-A743-43C4-A781-38EECAEEA606}" destId="{BF9FD5C6-80A9-4FE5-9C70-FBCCF3E970BB}" srcOrd="6" destOrd="0" presId="urn:microsoft.com/office/officeart/2005/8/layout/hierarchy2"/>
    <dgm:cxn modelId="{6769674C-797A-4D43-9CE6-8B0F3BAF9504}" type="presParOf" srcId="{BF9FD5C6-80A9-4FE5-9C70-FBCCF3E970BB}" destId="{CB0F60F3-1488-400F-B3F6-B6D7EA94B9EF}" srcOrd="0" destOrd="0" presId="urn:microsoft.com/office/officeart/2005/8/layout/hierarchy2"/>
    <dgm:cxn modelId="{D95D929B-193A-4341-AC62-A147D69CAC45}" type="presParOf" srcId="{0F9F3168-A743-43C4-A781-38EECAEEA606}" destId="{44754223-7CB4-4938-8ED2-8315198E3303}" srcOrd="7" destOrd="0" presId="urn:microsoft.com/office/officeart/2005/8/layout/hierarchy2"/>
    <dgm:cxn modelId="{DF80B603-2C2E-4149-96DD-B4C48DD19EA2}" type="presParOf" srcId="{44754223-7CB4-4938-8ED2-8315198E3303}" destId="{A5F0E88A-57C5-4B6C-BB18-1C127597ED53}" srcOrd="0" destOrd="0" presId="urn:microsoft.com/office/officeart/2005/8/layout/hierarchy2"/>
    <dgm:cxn modelId="{AC7DC4D2-7D71-4557-876A-352B8D23FAAA}" type="presParOf" srcId="{44754223-7CB4-4938-8ED2-8315198E3303}" destId="{1B3676D9-5D54-4078-8E7F-508979CEE9B7}" srcOrd="1" destOrd="0" presId="urn:microsoft.com/office/officeart/2005/8/layout/hierarchy2"/>
    <dgm:cxn modelId="{F9D42303-CF1C-4C7C-B5FD-8B867AA05D7F}" type="presParOf" srcId="{4C4A878C-9A89-4CB5-98B3-9E06164C85C2}" destId="{F729B7A8-FDEE-437E-8800-F5A3DAD32101}" srcOrd="1" destOrd="0" presId="urn:microsoft.com/office/officeart/2005/8/layout/hierarchy2"/>
    <dgm:cxn modelId="{2F0C9907-E495-475F-A1B5-6E813DA7F0C4}" type="presParOf" srcId="{F729B7A8-FDEE-437E-8800-F5A3DAD32101}" destId="{57CFF7CE-CF65-42B8-93FB-51AC0BB33BE5}" srcOrd="0" destOrd="0" presId="urn:microsoft.com/office/officeart/2005/8/layout/hierarchy2"/>
    <dgm:cxn modelId="{9E1B8028-13C8-4253-8EBD-A57DE02B5B9E}" type="presParOf" srcId="{F729B7A8-FDEE-437E-8800-F5A3DAD32101}" destId="{BB6A8936-120B-431E-A1B2-64D3EC8DC3DF}"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2278D90B-29F1-40D4-B27F-A31551AF9FF2}"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3885BF63-D7DE-4E73-94B8-20E2F399FB30}">
      <dgm:prSet/>
      <dgm:spPr/>
      <dgm:t>
        <a:bodyPr/>
        <a:lstStyle/>
        <a:p>
          <a:r>
            <a:rPr lang="fr-FR" b="1"/>
            <a:t>Est-ce que MartialComp convient à ma discipline spécifique ?</a:t>
          </a:r>
          <a:br>
            <a:rPr lang="fr-FR"/>
          </a:br>
          <a:r>
            <a:rPr lang="fr-FR"/>
            <a:t>Oui ! Notre plateforme est conçue pour s'adapter à toutes les disciplines d'arts martiaux et sports de combat, avec des options de personnalisation pour répondre à vos besoins spécifiques.</a:t>
          </a:r>
          <a:endParaRPr lang="en-US"/>
        </a:p>
      </dgm:t>
    </dgm:pt>
    <dgm:pt modelId="{A7A8C0F0-23EF-4765-93ED-E72A107D036F}" type="parTrans" cxnId="{70E036AA-487D-4B3C-A77E-8F11A864628C}">
      <dgm:prSet/>
      <dgm:spPr/>
      <dgm:t>
        <a:bodyPr/>
        <a:lstStyle/>
        <a:p>
          <a:endParaRPr lang="en-US"/>
        </a:p>
      </dgm:t>
    </dgm:pt>
    <dgm:pt modelId="{2C91F521-373B-461C-B85C-0ECD7B3523F2}" type="sibTrans" cxnId="{70E036AA-487D-4B3C-A77E-8F11A864628C}">
      <dgm:prSet/>
      <dgm:spPr/>
      <dgm:t>
        <a:bodyPr/>
        <a:lstStyle/>
        <a:p>
          <a:endParaRPr lang="en-US"/>
        </a:p>
      </dgm:t>
    </dgm:pt>
    <dgm:pt modelId="{FE5A7C03-7AA5-46B7-B39C-584AA7D703AC}">
      <dgm:prSet/>
      <dgm:spPr/>
      <dgm:t>
        <a:bodyPr/>
        <a:lstStyle/>
        <a:p>
          <a:r>
            <a:rPr lang="fr-FR" b="1"/>
            <a:t>Quelle est la durée d'engagement ?</a:t>
          </a:r>
          <a:br>
            <a:rPr lang="fr-FR"/>
          </a:br>
          <a:r>
            <a:rPr lang="fr-FR"/>
            <a:t>Nous proposons des abonnements mensuels ou annuels sans engagement de durée. Vous pouvez annuler à tout moment.</a:t>
          </a:r>
          <a:endParaRPr lang="en-US"/>
        </a:p>
      </dgm:t>
    </dgm:pt>
    <dgm:pt modelId="{13117AAF-FB65-4A6F-BACC-B60C32A02390}" type="parTrans" cxnId="{FCA60597-8906-439C-A1FF-DAA6185ED67E}">
      <dgm:prSet/>
      <dgm:spPr/>
      <dgm:t>
        <a:bodyPr/>
        <a:lstStyle/>
        <a:p>
          <a:endParaRPr lang="en-US"/>
        </a:p>
      </dgm:t>
    </dgm:pt>
    <dgm:pt modelId="{F657A3CE-A5FB-4877-96E7-CA8198935175}" type="sibTrans" cxnId="{FCA60597-8906-439C-A1FF-DAA6185ED67E}">
      <dgm:prSet/>
      <dgm:spPr/>
      <dgm:t>
        <a:bodyPr/>
        <a:lstStyle/>
        <a:p>
          <a:endParaRPr lang="en-US"/>
        </a:p>
      </dgm:t>
    </dgm:pt>
    <dgm:pt modelId="{B26CBC6A-3C15-492A-A711-C34CC2020048}">
      <dgm:prSet/>
      <dgm:spPr/>
      <dgm:t>
        <a:bodyPr/>
        <a:lstStyle/>
        <a:p>
          <a:r>
            <a:rPr lang="fr-FR" b="1"/>
            <a:t>Mes données sont-elles sécurisées ?</a:t>
          </a:r>
          <a:br>
            <a:rPr lang="fr-FR"/>
          </a:br>
          <a:r>
            <a:rPr lang="fr-FR"/>
            <a:t>Absolument. Nous utilisons les dernières technologies de cryptage et respectons scrupuleusement le RGPD. Vos données vous appartiennent et ne sont jamais partagées.</a:t>
          </a:r>
          <a:endParaRPr lang="en-US"/>
        </a:p>
      </dgm:t>
    </dgm:pt>
    <dgm:pt modelId="{F87FF18E-276B-41DA-9220-8328DE9AB678}" type="parTrans" cxnId="{7626DBB1-CE48-4B95-BBCC-4859FF5D5630}">
      <dgm:prSet/>
      <dgm:spPr/>
      <dgm:t>
        <a:bodyPr/>
        <a:lstStyle/>
        <a:p>
          <a:endParaRPr lang="en-US"/>
        </a:p>
      </dgm:t>
    </dgm:pt>
    <dgm:pt modelId="{61E3F5FF-2F6D-4631-A49E-75BF14558C37}" type="sibTrans" cxnId="{7626DBB1-CE48-4B95-BBCC-4859FF5D5630}">
      <dgm:prSet/>
      <dgm:spPr/>
      <dgm:t>
        <a:bodyPr/>
        <a:lstStyle/>
        <a:p>
          <a:endParaRPr lang="en-US"/>
        </a:p>
      </dgm:t>
    </dgm:pt>
    <dgm:pt modelId="{C19301CC-6357-4989-AA13-5F877ECBAB15}">
      <dgm:prSet/>
      <dgm:spPr/>
      <dgm:t>
        <a:bodyPr/>
        <a:lstStyle/>
        <a:p>
          <a:r>
            <a:rPr lang="fr-FR" b="1"/>
            <a:t>Comment migrer mes données existantes ?</a:t>
          </a:r>
          <a:br>
            <a:rPr lang="fr-FR"/>
          </a:br>
          <a:r>
            <a:rPr lang="fr-FR"/>
            <a:t>Notre équipe vous accompagne dans l'importation de vos données depuis Excel, Google Sheets ou d'autres systèmes. Ce service est inclus dans votre abonnement.</a:t>
          </a:r>
          <a:endParaRPr lang="en-US"/>
        </a:p>
      </dgm:t>
    </dgm:pt>
    <dgm:pt modelId="{D5E48FF5-47E1-49AF-A7AE-8960054C5C67}" type="parTrans" cxnId="{6D8100CD-3FFB-4E80-BD57-24C77FBA089C}">
      <dgm:prSet/>
      <dgm:spPr/>
      <dgm:t>
        <a:bodyPr/>
        <a:lstStyle/>
        <a:p>
          <a:endParaRPr lang="en-US"/>
        </a:p>
      </dgm:t>
    </dgm:pt>
    <dgm:pt modelId="{BDF0827C-A8B6-4118-AC87-E67597C7E4F2}" type="sibTrans" cxnId="{6D8100CD-3FFB-4E80-BD57-24C77FBA089C}">
      <dgm:prSet/>
      <dgm:spPr/>
      <dgm:t>
        <a:bodyPr/>
        <a:lstStyle/>
        <a:p>
          <a:endParaRPr lang="en-US"/>
        </a:p>
      </dgm:t>
    </dgm:pt>
    <dgm:pt modelId="{7DFCC742-1612-4EFE-993D-1B46CFA451A0}" type="pres">
      <dgm:prSet presAssocID="{2278D90B-29F1-40D4-B27F-A31551AF9FF2}" presName="root" presStyleCnt="0">
        <dgm:presLayoutVars>
          <dgm:dir/>
          <dgm:resizeHandles val="exact"/>
        </dgm:presLayoutVars>
      </dgm:prSet>
      <dgm:spPr/>
    </dgm:pt>
    <dgm:pt modelId="{361428AB-8A4B-4DA4-B929-760AF063ACFB}" type="pres">
      <dgm:prSet presAssocID="{3885BF63-D7DE-4E73-94B8-20E2F399FB30}" presName="compNode" presStyleCnt="0"/>
      <dgm:spPr/>
    </dgm:pt>
    <dgm:pt modelId="{8301BDDD-82B0-4CB2-AA9D-D8F8CEC54FDC}" type="pres">
      <dgm:prSet presAssocID="{3885BF63-D7DE-4E73-94B8-20E2F399FB3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9EF898CF-C2B2-4799-9C2F-1CDF4DCD9C62}" type="pres">
      <dgm:prSet presAssocID="{3885BF63-D7DE-4E73-94B8-20E2F399FB30}" presName="spaceRect" presStyleCnt="0"/>
      <dgm:spPr/>
    </dgm:pt>
    <dgm:pt modelId="{64111D3D-8AF1-4EE9-91F6-5092371D8813}" type="pres">
      <dgm:prSet presAssocID="{3885BF63-D7DE-4E73-94B8-20E2F399FB30}" presName="textRect" presStyleLbl="revTx" presStyleIdx="0" presStyleCnt="4">
        <dgm:presLayoutVars>
          <dgm:chMax val="1"/>
          <dgm:chPref val="1"/>
        </dgm:presLayoutVars>
      </dgm:prSet>
      <dgm:spPr/>
    </dgm:pt>
    <dgm:pt modelId="{B92DE4D9-33BF-4A1D-806F-6EBE200588FB}" type="pres">
      <dgm:prSet presAssocID="{2C91F521-373B-461C-B85C-0ECD7B3523F2}" presName="sibTrans" presStyleCnt="0"/>
      <dgm:spPr/>
    </dgm:pt>
    <dgm:pt modelId="{3BDB6716-EAFC-4BB2-BDEC-8D1F78DFF91E}" type="pres">
      <dgm:prSet presAssocID="{FE5A7C03-7AA5-46B7-B39C-584AA7D703AC}" presName="compNode" presStyleCnt="0"/>
      <dgm:spPr/>
    </dgm:pt>
    <dgm:pt modelId="{5D2A0DAD-DED2-4FD7-9640-760FA732D4CF}" type="pres">
      <dgm:prSet presAssocID="{FE5A7C03-7AA5-46B7-B39C-584AA7D703A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ronomètre"/>
        </a:ext>
      </dgm:extLst>
    </dgm:pt>
    <dgm:pt modelId="{8040A93C-1D1A-4CC5-832F-738E82BDA237}" type="pres">
      <dgm:prSet presAssocID="{FE5A7C03-7AA5-46B7-B39C-584AA7D703AC}" presName="spaceRect" presStyleCnt="0"/>
      <dgm:spPr/>
    </dgm:pt>
    <dgm:pt modelId="{F4FC3983-6BED-4091-BAF6-60BCB1F47616}" type="pres">
      <dgm:prSet presAssocID="{FE5A7C03-7AA5-46B7-B39C-584AA7D703AC}" presName="textRect" presStyleLbl="revTx" presStyleIdx="1" presStyleCnt="4">
        <dgm:presLayoutVars>
          <dgm:chMax val="1"/>
          <dgm:chPref val="1"/>
        </dgm:presLayoutVars>
      </dgm:prSet>
      <dgm:spPr/>
    </dgm:pt>
    <dgm:pt modelId="{7790A470-CC04-4808-87A0-5739B5C689F1}" type="pres">
      <dgm:prSet presAssocID="{F657A3CE-A5FB-4877-96E7-CA8198935175}" presName="sibTrans" presStyleCnt="0"/>
      <dgm:spPr/>
    </dgm:pt>
    <dgm:pt modelId="{DF114EA7-EFC7-4BDF-896A-5341F092806B}" type="pres">
      <dgm:prSet presAssocID="{B26CBC6A-3C15-492A-A711-C34CC2020048}" presName="compNode" presStyleCnt="0"/>
      <dgm:spPr/>
    </dgm:pt>
    <dgm:pt modelId="{B4358421-CCB3-4687-9CA0-70B8DBB0E2A9}" type="pres">
      <dgm:prSet presAssocID="{B26CBC6A-3C15-492A-A711-C34CC2020048}"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Verrou"/>
        </a:ext>
      </dgm:extLst>
    </dgm:pt>
    <dgm:pt modelId="{A417D942-7797-4676-930B-B4BCFECF007B}" type="pres">
      <dgm:prSet presAssocID="{B26CBC6A-3C15-492A-A711-C34CC2020048}" presName="spaceRect" presStyleCnt="0"/>
      <dgm:spPr/>
    </dgm:pt>
    <dgm:pt modelId="{39C86424-3B63-4F54-8049-0F2F73081599}" type="pres">
      <dgm:prSet presAssocID="{B26CBC6A-3C15-492A-A711-C34CC2020048}" presName="textRect" presStyleLbl="revTx" presStyleIdx="2" presStyleCnt="4">
        <dgm:presLayoutVars>
          <dgm:chMax val="1"/>
          <dgm:chPref val="1"/>
        </dgm:presLayoutVars>
      </dgm:prSet>
      <dgm:spPr/>
    </dgm:pt>
    <dgm:pt modelId="{1B76DB58-47EC-4296-A21B-274269F7B8B4}" type="pres">
      <dgm:prSet presAssocID="{61E3F5FF-2F6D-4631-A49E-75BF14558C37}" presName="sibTrans" presStyleCnt="0"/>
      <dgm:spPr/>
    </dgm:pt>
    <dgm:pt modelId="{6A63B3C1-90B9-4960-A013-1496A45C1FA5}" type="pres">
      <dgm:prSet presAssocID="{C19301CC-6357-4989-AA13-5F877ECBAB15}" presName="compNode" presStyleCnt="0"/>
      <dgm:spPr/>
    </dgm:pt>
    <dgm:pt modelId="{B583EC0D-58C3-47B7-B089-D8AE40F1A895}" type="pres">
      <dgm:prSet presAssocID="{C19301CC-6357-4989-AA13-5F877ECBAB1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se de données"/>
        </a:ext>
      </dgm:extLst>
    </dgm:pt>
    <dgm:pt modelId="{39CB0541-7A48-42A5-9E01-73F575ECA26B}" type="pres">
      <dgm:prSet presAssocID="{C19301CC-6357-4989-AA13-5F877ECBAB15}" presName="spaceRect" presStyleCnt="0"/>
      <dgm:spPr/>
    </dgm:pt>
    <dgm:pt modelId="{2220D28F-B561-4E47-94AC-23F84E007150}" type="pres">
      <dgm:prSet presAssocID="{C19301CC-6357-4989-AA13-5F877ECBAB15}" presName="textRect" presStyleLbl="revTx" presStyleIdx="3" presStyleCnt="4">
        <dgm:presLayoutVars>
          <dgm:chMax val="1"/>
          <dgm:chPref val="1"/>
        </dgm:presLayoutVars>
      </dgm:prSet>
      <dgm:spPr/>
    </dgm:pt>
  </dgm:ptLst>
  <dgm:cxnLst>
    <dgm:cxn modelId="{B1A80A0C-5289-4502-A64D-1B709DF1BC8E}" type="presOf" srcId="{B26CBC6A-3C15-492A-A711-C34CC2020048}" destId="{39C86424-3B63-4F54-8049-0F2F73081599}" srcOrd="0" destOrd="0" presId="urn:microsoft.com/office/officeart/2018/2/layout/IconLabelList"/>
    <dgm:cxn modelId="{5297B561-C8CA-4B49-AB7B-4DC1D6A0557D}" type="presOf" srcId="{2278D90B-29F1-40D4-B27F-A31551AF9FF2}" destId="{7DFCC742-1612-4EFE-993D-1B46CFA451A0}" srcOrd="0" destOrd="0" presId="urn:microsoft.com/office/officeart/2018/2/layout/IconLabelList"/>
    <dgm:cxn modelId="{E17B136B-EB38-4AB7-9350-8A6A7650F000}" type="presOf" srcId="{FE5A7C03-7AA5-46B7-B39C-584AA7D703AC}" destId="{F4FC3983-6BED-4091-BAF6-60BCB1F47616}" srcOrd="0" destOrd="0" presId="urn:microsoft.com/office/officeart/2018/2/layout/IconLabelList"/>
    <dgm:cxn modelId="{FCA60597-8906-439C-A1FF-DAA6185ED67E}" srcId="{2278D90B-29F1-40D4-B27F-A31551AF9FF2}" destId="{FE5A7C03-7AA5-46B7-B39C-584AA7D703AC}" srcOrd="1" destOrd="0" parTransId="{13117AAF-FB65-4A6F-BACC-B60C32A02390}" sibTransId="{F657A3CE-A5FB-4877-96E7-CA8198935175}"/>
    <dgm:cxn modelId="{70E036AA-487D-4B3C-A77E-8F11A864628C}" srcId="{2278D90B-29F1-40D4-B27F-A31551AF9FF2}" destId="{3885BF63-D7DE-4E73-94B8-20E2F399FB30}" srcOrd="0" destOrd="0" parTransId="{A7A8C0F0-23EF-4765-93ED-E72A107D036F}" sibTransId="{2C91F521-373B-461C-B85C-0ECD7B3523F2}"/>
    <dgm:cxn modelId="{EE031CAC-1AAB-4047-A4D1-BF77A15ABC4F}" type="presOf" srcId="{C19301CC-6357-4989-AA13-5F877ECBAB15}" destId="{2220D28F-B561-4E47-94AC-23F84E007150}" srcOrd="0" destOrd="0" presId="urn:microsoft.com/office/officeart/2018/2/layout/IconLabelList"/>
    <dgm:cxn modelId="{7626DBB1-CE48-4B95-BBCC-4859FF5D5630}" srcId="{2278D90B-29F1-40D4-B27F-A31551AF9FF2}" destId="{B26CBC6A-3C15-492A-A711-C34CC2020048}" srcOrd="2" destOrd="0" parTransId="{F87FF18E-276B-41DA-9220-8328DE9AB678}" sibTransId="{61E3F5FF-2F6D-4631-A49E-75BF14558C37}"/>
    <dgm:cxn modelId="{526412BF-2812-411E-8F1A-BB6D6BBF0DA9}" type="presOf" srcId="{3885BF63-D7DE-4E73-94B8-20E2F399FB30}" destId="{64111D3D-8AF1-4EE9-91F6-5092371D8813}" srcOrd="0" destOrd="0" presId="urn:microsoft.com/office/officeart/2018/2/layout/IconLabelList"/>
    <dgm:cxn modelId="{6D8100CD-3FFB-4E80-BD57-24C77FBA089C}" srcId="{2278D90B-29F1-40D4-B27F-A31551AF9FF2}" destId="{C19301CC-6357-4989-AA13-5F877ECBAB15}" srcOrd="3" destOrd="0" parTransId="{D5E48FF5-47E1-49AF-A7AE-8960054C5C67}" sibTransId="{BDF0827C-A8B6-4118-AC87-E67597C7E4F2}"/>
    <dgm:cxn modelId="{EB9B7E09-C0DF-4379-AF09-6AC4DF6AA7DD}" type="presParOf" srcId="{7DFCC742-1612-4EFE-993D-1B46CFA451A0}" destId="{361428AB-8A4B-4DA4-B929-760AF063ACFB}" srcOrd="0" destOrd="0" presId="urn:microsoft.com/office/officeart/2018/2/layout/IconLabelList"/>
    <dgm:cxn modelId="{FCD2617B-EEA4-4E48-992D-44ACBE134209}" type="presParOf" srcId="{361428AB-8A4B-4DA4-B929-760AF063ACFB}" destId="{8301BDDD-82B0-4CB2-AA9D-D8F8CEC54FDC}" srcOrd="0" destOrd="0" presId="urn:microsoft.com/office/officeart/2018/2/layout/IconLabelList"/>
    <dgm:cxn modelId="{54A52073-2FE2-4F7A-AFA1-DC44F8440AA1}" type="presParOf" srcId="{361428AB-8A4B-4DA4-B929-760AF063ACFB}" destId="{9EF898CF-C2B2-4799-9C2F-1CDF4DCD9C62}" srcOrd="1" destOrd="0" presId="urn:microsoft.com/office/officeart/2018/2/layout/IconLabelList"/>
    <dgm:cxn modelId="{525F4F42-C35B-40ED-BE68-DE4082BBE89F}" type="presParOf" srcId="{361428AB-8A4B-4DA4-B929-760AF063ACFB}" destId="{64111D3D-8AF1-4EE9-91F6-5092371D8813}" srcOrd="2" destOrd="0" presId="urn:microsoft.com/office/officeart/2018/2/layout/IconLabelList"/>
    <dgm:cxn modelId="{A99ABD61-8C6E-4DD7-9D76-B61D3A14EED7}" type="presParOf" srcId="{7DFCC742-1612-4EFE-993D-1B46CFA451A0}" destId="{B92DE4D9-33BF-4A1D-806F-6EBE200588FB}" srcOrd="1" destOrd="0" presId="urn:microsoft.com/office/officeart/2018/2/layout/IconLabelList"/>
    <dgm:cxn modelId="{2AEB4D87-14AE-4A4E-B477-A17D5A0AFB2C}" type="presParOf" srcId="{7DFCC742-1612-4EFE-993D-1B46CFA451A0}" destId="{3BDB6716-EAFC-4BB2-BDEC-8D1F78DFF91E}" srcOrd="2" destOrd="0" presId="urn:microsoft.com/office/officeart/2018/2/layout/IconLabelList"/>
    <dgm:cxn modelId="{E5899A34-2576-4D90-ADBC-8F4A1657618C}" type="presParOf" srcId="{3BDB6716-EAFC-4BB2-BDEC-8D1F78DFF91E}" destId="{5D2A0DAD-DED2-4FD7-9640-760FA732D4CF}" srcOrd="0" destOrd="0" presId="urn:microsoft.com/office/officeart/2018/2/layout/IconLabelList"/>
    <dgm:cxn modelId="{BBBA0D2F-557F-4CBE-9D11-E8E9B8E90A78}" type="presParOf" srcId="{3BDB6716-EAFC-4BB2-BDEC-8D1F78DFF91E}" destId="{8040A93C-1D1A-4CC5-832F-738E82BDA237}" srcOrd="1" destOrd="0" presId="urn:microsoft.com/office/officeart/2018/2/layout/IconLabelList"/>
    <dgm:cxn modelId="{D145F6AF-634E-4864-8F38-55461F0C411A}" type="presParOf" srcId="{3BDB6716-EAFC-4BB2-BDEC-8D1F78DFF91E}" destId="{F4FC3983-6BED-4091-BAF6-60BCB1F47616}" srcOrd="2" destOrd="0" presId="urn:microsoft.com/office/officeart/2018/2/layout/IconLabelList"/>
    <dgm:cxn modelId="{B7F2805F-4C89-419B-A43F-4F4E84C7DCC3}" type="presParOf" srcId="{7DFCC742-1612-4EFE-993D-1B46CFA451A0}" destId="{7790A470-CC04-4808-87A0-5739B5C689F1}" srcOrd="3" destOrd="0" presId="urn:microsoft.com/office/officeart/2018/2/layout/IconLabelList"/>
    <dgm:cxn modelId="{3532025E-D60B-4FCE-966D-9BAFD79F84A6}" type="presParOf" srcId="{7DFCC742-1612-4EFE-993D-1B46CFA451A0}" destId="{DF114EA7-EFC7-4BDF-896A-5341F092806B}" srcOrd="4" destOrd="0" presId="urn:microsoft.com/office/officeart/2018/2/layout/IconLabelList"/>
    <dgm:cxn modelId="{44D7DDD1-C21B-4C34-B17F-5EFBD5526584}" type="presParOf" srcId="{DF114EA7-EFC7-4BDF-896A-5341F092806B}" destId="{B4358421-CCB3-4687-9CA0-70B8DBB0E2A9}" srcOrd="0" destOrd="0" presId="urn:microsoft.com/office/officeart/2018/2/layout/IconLabelList"/>
    <dgm:cxn modelId="{2B026D86-91D8-44E0-B39F-E3DAB17E04D6}" type="presParOf" srcId="{DF114EA7-EFC7-4BDF-896A-5341F092806B}" destId="{A417D942-7797-4676-930B-B4BCFECF007B}" srcOrd="1" destOrd="0" presId="urn:microsoft.com/office/officeart/2018/2/layout/IconLabelList"/>
    <dgm:cxn modelId="{09570C41-A5F8-4ED9-8192-C3C6716A83D0}" type="presParOf" srcId="{DF114EA7-EFC7-4BDF-896A-5341F092806B}" destId="{39C86424-3B63-4F54-8049-0F2F73081599}" srcOrd="2" destOrd="0" presId="urn:microsoft.com/office/officeart/2018/2/layout/IconLabelList"/>
    <dgm:cxn modelId="{F1CA1E9A-E0F4-4C26-99EC-6D03F8151647}" type="presParOf" srcId="{7DFCC742-1612-4EFE-993D-1B46CFA451A0}" destId="{1B76DB58-47EC-4296-A21B-274269F7B8B4}" srcOrd="5" destOrd="0" presId="urn:microsoft.com/office/officeart/2018/2/layout/IconLabelList"/>
    <dgm:cxn modelId="{657C228B-79C7-4141-BB67-408046D7ADCC}" type="presParOf" srcId="{7DFCC742-1612-4EFE-993D-1B46CFA451A0}" destId="{6A63B3C1-90B9-4960-A013-1496A45C1FA5}" srcOrd="6" destOrd="0" presId="urn:microsoft.com/office/officeart/2018/2/layout/IconLabelList"/>
    <dgm:cxn modelId="{FC8F3A02-7B4A-4FB7-8BCA-C05A5CE64A34}" type="presParOf" srcId="{6A63B3C1-90B9-4960-A013-1496A45C1FA5}" destId="{B583EC0D-58C3-47B7-B089-D8AE40F1A895}" srcOrd="0" destOrd="0" presId="urn:microsoft.com/office/officeart/2018/2/layout/IconLabelList"/>
    <dgm:cxn modelId="{E84CD001-2F5F-4BD9-AB7E-AC33DEDFB6CD}" type="presParOf" srcId="{6A63B3C1-90B9-4960-A013-1496A45C1FA5}" destId="{39CB0541-7A48-42A5-9E01-73F575ECA26B}" srcOrd="1" destOrd="0" presId="urn:microsoft.com/office/officeart/2018/2/layout/IconLabelList"/>
    <dgm:cxn modelId="{027E99C2-44BD-413D-AEE7-51E02D4A5F2D}" type="presParOf" srcId="{6A63B3C1-90B9-4960-A013-1496A45C1FA5}" destId="{2220D28F-B561-4E47-94AC-23F84E00715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79767A6A-1840-426C-A7D3-9FFC3AC15AE9}"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611DA18C-A6BD-4D3B-822F-B7D75513226A}">
      <dgm:prSet/>
      <dgm:spPr/>
      <dgm:t>
        <a:bodyPr/>
        <a:lstStyle/>
        <a:p>
          <a:r>
            <a:rPr lang="fr-FR" b="1"/>
            <a:t>Puis-je personnaliser l'interface avec les couleurs et le logo de mon club ?</a:t>
          </a:r>
          <a:br>
            <a:rPr lang="fr-FR"/>
          </a:br>
          <a:r>
            <a:rPr lang="fr-FR"/>
            <a:t>Oui, les formules Standard et Premium permettent une personnalisation complète de l'interface avec vos éléments de marque.</a:t>
          </a:r>
          <a:endParaRPr lang="en-US"/>
        </a:p>
      </dgm:t>
    </dgm:pt>
    <dgm:pt modelId="{6A747DF7-3214-48B0-B7CE-11849207139C}" type="parTrans" cxnId="{0E658F2C-5AB4-42CB-836A-09583982EB60}">
      <dgm:prSet/>
      <dgm:spPr/>
      <dgm:t>
        <a:bodyPr/>
        <a:lstStyle/>
        <a:p>
          <a:endParaRPr lang="en-US"/>
        </a:p>
      </dgm:t>
    </dgm:pt>
    <dgm:pt modelId="{A9C5A45B-B4C5-4103-9684-0B0D37E2E76C}" type="sibTrans" cxnId="{0E658F2C-5AB4-42CB-836A-09583982EB60}">
      <dgm:prSet/>
      <dgm:spPr/>
      <dgm:t>
        <a:bodyPr/>
        <a:lstStyle/>
        <a:p>
          <a:endParaRPr lang="en-US"/>
        </a:p>
      </dgm:t>
    </dgm:pt>
    <dgm:pt modelId="{0F268B39-CCC3-4C20-AFDD-63F6CB260483}">
      <dgm:prSet/>
      <dgm:spPr/>
      <dgm:t>
        <a:bodyPr/>
        <a:lstStyle/>
        <a:p>
          <a:r>
            <a:rPr lang="fr-FR" b="1"/>
            <a:t>Comment fonctionne la boutique en ligne ?</a:t>
          </a:r>
          <a:br>
            <a:rPr lang="fr-FR"/>
          </a:br>
          <a:r>
            <a:rPr lang="fr-FR"/>
            <a:t>La boutique s'intègre directement à votre espace MartialComp. Vous pouvez ajouter vos produits, définir les prix, gérer les stocks et suivre les commandes. Nous proposons également une intégration avec les principaux fournisseurs d'équipements d'arts martiaux.</a:t>
          </a:r>
          <a:endParaRPr lang="en-US"/>
        </a:p>
      </dgm:t>
    </dgm:pt>
    <dgm:pt modelId="{87DED543-F299-4B51-B5A2-E3D150AA94B7}" type="parTrans" cxnId="{191D5021-83F7-447E-B5FB-6098319CD9AC}">
      <dgm:prSet/>
      <dgm:spPr/>
      <dgm:t>
        <a:bodyPr/>
        <a:lstStyle/>
        <a:p>
          <a:endParaRPr lang="en-US"/>
        </a:p>
      </dgm:t>
    </dgm:pt>
    <dgm:pt modelId="{E1FEB0B7-3300-48B6-9AEA-F9CC401152D1}" type="sibTrans" cxnId="{191D5021-83F7-447E-B5FB-6098319CD9AC}">
      <dgm:prSet/>
      <dgm:spPr/>
      <dgm:t>
        <a:bodyPr/>
        <a:lstStyle/>
        <a:p>
          <a:endParaRPr lang="en-US"/>
        </a:p>
      </dgm:t>
    </dgm:pt>
    <dgm:pt modelId="{AE59A108-C4D6-49CC-9B75-A3714E6817F3}">
      <dgm:prSet/>
      <dgm:spPr/>
      <dgm:t>
        <a:bodyPr/>
        <a:lstStyle/>
        <a:p>
          <a:r>
            <a:rPr lang="fr-FR" b="1"/>
            <a:t>Est-il possible de connecter MartialComp à mon logiciel comptable ?</a:t>
          </a:r>
          <a:br>
            <a:rPr lang="fr-FR"/>
          </a:br>
          <a:r>
            <a:rPr lang="fr-FR"/>
            <a:t>Oui, nous proposons des connecteurs pour les principaux logiciels comptables (Sage, QuickBooks, etc.) ainsi que la possibilité d'exporter vos données financières aux formats standards.</a:t>
          </a:r>
          <a:endParaRPr lang="en-US"/>
        </a:p>
      </dgm:t>
    </dgm:pt>
    <dgm:pt modelId="{9EAF142C-A600-4692-A4AF-13ED71E0F736}" type="parTrans" cxnId="{29FDBB69-516D-4990-9AD5-683FF499FBE5}">
      <dgm:prSet/>
      <dgm:spPr/>
      <dgm:t>
        <a:bodyPr/>
        <a:lstStyle/>
        <a:p>
          <a:endParaRPr lang="en-US"/>
        </a:p>
      </dgm:t>
    </dgm:pt>
    <dgm:pt modelId="{F94D20A7-C5F6-43DC-AB8D-3925A8D67FC2}" type="sibTrans" cxnId="{29FDBB69-516D-4990-9AD5-683FF499FBE5}">
      <dgm:prSet/>
      <dgm:spPr/>
      <dgm:t>
        <a:bodyPr/>
        <a:lstStyle/>
        <a:p>
          <a:endParaRPr lang="en-US"/>
        </a:p>
      </dgm:t>
    </dgm:pt>
    <dgm:pt modelId="{4AAD9B40-82AB-4BA0-93DA-471CB83F8581}">
      <dgm:prSet/>
      <dgm:spPr/>
      <dgm:t>
        <a:bodyPr/>
        <a:lstStyle/>
        <a:p>
          <a:r>
            <a:rPr lang="fr-FR" b="1"/>
            <a:t>Proposez-vous des solutions pour les paiements en ligne ?</a:t>
          </a:r>
          <a:br>
            <a:rPr lang="fr-FR"/>
          </a:br>
          <a:r>
            <a:rPr lang="fr-FR"/>
            <a:t>Absolument. MartialComp s'intègre avec les principales solutions de paiement (Stripe, PayPal, etc.) pour les cotisations, boutique et événements.</a:t>
          </a:r>
          <a:endParaRPr lang="en-US"/>
        </a:p>
      </dgm:t>
    </dgm:pt>
    <dgm:pt modelId="{21070027-FED0-45E3-A65A-30049D7C2E13}" type="parTrans" cxnId="{D5EE6218-DE9C-418F-818F-BDCBD96444BA}">
      <dgm:prSet/>
      <dgm:spPr/>
      <dgm:t>
        <a:bodyPr/>
        <a:lstStyle/>
        <a:p>
          <a:endParaRPr lang="en-US"/>
        </a:p>
      </dgm:t>
    </dgm:pt>
    <dgm:pt modelId="{635DF814-9A1E-40BE-8940-770787E6FD0C}" type="sibTrans" cxnId="{D5EE6218-DE9C-418F-818F-BDCBD96444BA}">
      <dgm:prSet/>
      <dgm:spPr/>
      <dgm:t>
        <a:bodyPr/>
        <a:lstStyle/>
        <a:p>
          <a:endParaRPr lang="en-US"/>
        </a:p>
      </dgm:t>
    </dgm:pt>
    <dgm:pt modelId="{AB1DFB49-8606-4943-B304-C98FA767C222}" type="pres">
      <dgm:prSet presAssocID="{79767A6A-1840-426C-A7D3-9FFC3AC15AE9}" presName="root" presStyleCnt="0">
        <dgm:presLayoutVars>
          <dgm:dir/>
          <dgm:resizeHandles val="exact"/>
        </dgm:presLayoutVars>
      </dgm:prSet>
      <dgm:spPr/>
    </dgm:pt>
    <dgm:pt modelId="{3AA74A52-98F2-487A-B595-685D1B444A14}" type="pres">
      <dgm:prSet presAssocID="{611DA18C-A6BD-4D3B-822F-B7D75513226A}" presName="compNode" presStyleCnt="0"/>
      <dgm:spPr/>
    </dgm:pt>
    <dgm:pt modelId="{3B426CE1-342E-4066-8768-A3D96D0B2F11}" type="pres">
      <dgm:prSet presAssocID="{611DA18C-A6BD-4D3B-822F-B7D75513226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lette"/>
        </a:ext>
      </dgm:extLst>
    </dgm:pt>
    <dgm:pt modelId="{019180CD-BF4E-47F8-B81A-892FA27DF460}" type="pres">
      <dgm:prSet presAssocID="{611DA18C-A6BD-4D3B-822F-B7D75513226A}" presName="spaceRect" presStyleCnt="0"/>
      <dgm:spPr/>
    </dgm:pt>
    <dgm:pt modelId="{9D60427E-1C7A-4B2A-A0BD-7F97ADF692DB}" type="pres">
      <dgm:prSet presAssocID="{611DA18C-A6BD-4D3B-822F-B7D75513226A}" presName="textRect" presStyleLbl="revTx" presStyleIdx="0" presStyleCnt="4">
        <dgm:presLayoutVars>
          <dgm:chMax val="1"/>
          <dgm:chPref val="1"/>
        </dgm:presLayoutVars>
      </dgm:prSet>
      <dgm:spPr/>
    </dgm:pt>
    <dgm:pt modelId="{D756CD13-11F4-4D60-9E35-B6A063FFDB4C}" type="pres">
      <dgm:prSet presAssocID="{A9C5A45B-B4C5-4103-9684-0B0D37E2E76C}" presName="sibTrans" presStyleCnt="0"/>
      <dgm:spPr/>
    </dgm:pt>
    <dgm:pt modelId="{C5D9AADE-F7B5-4C5C-85BC-D13C8E4C107D}" type="pres">
      <dgm:prSet presAssocID="{0F268B39-CCC3-4C20-AFDD-63F6CB260483}" presName="compNode" presStyleCnt="0"/>
      <dgm:spPr/>
    </dgm:pt>
    <dgm:pt modelId="{FBB15070-F3CB-4D1F-8C58-3F5A62155AD7}" type="pres">
      <dgm:prSet presAssocID="{0F268B39-CCC3-4C20-AFDD-63F6CB26048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iosque"/>
        </a:ext>
      </dgm:extLst>
    </dgm:pt>
    <dgm:pt modelId="{0FCCE6B5-C0E0-442D-ADAD-BDA10D627B48}" type="pres">
      <dgm:prSet presAssocID="{0F268B39-CCC3-4C20-AFDD-63F6CB260483}" presName="spaceRect" presStyleCnt="0"/>
      <dgm:spPr/>
    </dgm:pt>
    <dgm:pt modelId="{C389AF0A-23A6-4832-B68D-6A35A589FE00}" type="pres">
      <dgm:prSet presAssocID="{0F268B39-CCC3-4C20-AFDD-63F6CB260483}" presName="textRect" presStyleLbl="revTx" presStyleIdx="1" presStyleCnt="4">
        <dgm:presLayoutVars>
          <dgm:chMax val="1"/>
          <dgm:chPref val="1"/>
        </dgm:presLayoutVars>
      </dgm:prSet>
      <dgm:spPr/>
    </dgm:pt>
    <dgm:pt modelId="{A4347526-B0E2-4A12-9B41-8357B4D1A7C2}" type="pres">
      <dgm:prSet presAssocID="{E1FEB0B7-3300-48B6-9AEA-F9CC401152D1}" presName="sibTrans" presStyleCnt="0"/>
      <dgm:spPr/>
    </dgm:pt>
    <dgm:pt modelId="{0AC514AC-8FC9-486C-B482-ED53A80C44D4}" type="pres">
      <dgm:prSet presAssocID="{AE59A108-C4D6-49CC-9B75-A3714E6817F3}" presName="compNode" presStyleCnt="0"/>
      <dgm:spPr/>
    </dgm:pt>
    <dgm:pt modelId="{F5EFDB18-8FAD-462E-9DD9-15F011C095D2}" type="pres">
      <dgm:prSet presAssocID="{AE59A108-C4D6-49CC-9B75-A3714E6817F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Ordinateur"/>
        </a:ext>
      </dgm:extLst>
    </dgm:pt>
    <dgm:pt modelId="{F1CD69BD-F29A-4910-ADA3-8741EFF53F6F}" type="pres">
      <dgm:prSet presAssocID="{AE59A108-C4D6-49CC-9B75-A3714E6817F3}" presName="spaceRect" presStyleCnt="0"/>
      <dgm:spPr/>
    </dgm:pt>
    <dgm:pt modelId="{4CEAECF5-5137-44B5-B72D-22EAB9508592}" type="pres">
      <dgm:prSet presAssocID="{AE59A108-C4D6-49CC-9B75-A3714E6817F3}" presName="textRect" presStyleLbl="revTx" presStyleIdx="2" presStyleCnt="4">
        <dgm:presLayoutVars>
          <dgm:chMax val="1"/>
          <dgm:chPref val="1"/>
        </dgm:presLayoutVars>
      </dgm:prSet>
      <dgm:spPr/>
    </dgm:pt>
    <dgm:pt modelId="{3B9EE9C0-7B06-4B82-A9E9-D9DC78199334}" type="pres">
      <dgm:prSet presAssocID="{F94D20A7-C5F6-43DC-AB8D-3925A8D67FC2}" presName="sibTrans" presStyleCnt="0"/>
      <dgm:spPr/>
    </dgm:pt>
    <dgm:pt modelId="{91CEBCD3-443D-4AB8-ABB6-BF14BF93F55C}" type="pres">
      <dgm:prSet presAssocID="{4AAD9B40-82AB-4BA0-93DA-471CB83F8581}" presName="compNode" presStyleCnt="0"/>
      <dgm:spPr/>
    </dgm:pt>
    <dgm:pt modelId="{5B64E7D9-7994-4B55-A668-724E9A556529}" type="pres">
      <dgm:prSet presAssocID="{4AAD9B40-82AB-4BA0-93DA-471CB83F858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agramme de flux"/>
        </a:ext>
      </dgm:extLst>
    </dgm:pt>
    <dgm:pt modelId="{A31213DA-A34D-4500-916C-6329295F4CAD}" type="pres">
      <dgm:prSet presAssocID="{4AAD9B40-82AB-4BA0-93DA-471CB83F8581}" presName="spaceRect" presStyleCnt="0"/>
      <dgm:spPr/>
    </dgm:pt>
    <dgm:pt modelId="{74FB49AB-E3D9-4D24-AB0F-86F4F06DFAC5}" type="pres">
      <dgm:prSet presAssocID="{4AAD9B40-82AB-4BA0-93DA-471CB83F8581}" presName="textRect" presStyleLbl="revTx" presStyleIdx="3" presStyleCnt="4">
        <dgm:presLayoutVars>
          <dgm:chMax val="1"/>
          <dgm:chPref val="1"/>
        </dgm:presLayoutVars>
      </dgm:prSet>
      <dgm:spPr/>
    </dgm:pt>
  </dgm:ptLst>
  <dgm:cxnLst>
    <dgm:cxn modelId="{D5EE6218-DE9C-418F-818F-BDCBD96444BA}" srcId="{79767A6A-1840-426C-A7D3-9FFC3AC15AE9}" destId="{4AAD9B40-82AB-4BA0-93DA-471CB83F8581}" srcOrd="3" destOrd="0" parTransId="{21070027-FED0-45E3-A65A-30049D7C2E13}" sibTransId="{635DF814-9A1E-40BE-8940-770787E6FD0C}"/>
    <dgm:cxn modelId="{7DC9331C-CC06-47F4-AC25-E52A0DA2210C}" type="presOf" srcId="{4AAD9B40-82AB-4BA0-93DA-471CB83F8581}" destId="{74FB49AB-E3D9-4D24-AB0F-86F4F06DFAC5}" srcOrd="0" destOrd="0" presId="urn:microsoft.com/office/officeart/2018/2/layout/IconLabelList"/>
    <dgm:cxn modelId="{191D5021-83F7-447E-B5FB-6098319CD9AC}" srcId="{79767A6A-1840-426C-A7D3-9FFC3AC15AE9}" destId="{0F268B39-CCC3-4C20-AFDD-63F6CB260483}" srcOrd="1" destOrd="0" parTransId="{87DED543-F299-4B51-B5A2-E3D150AA94B7}" sibTransId="{E1FEB0B7-3300-48B6-9AEA-F9CC401152D1}"/>
    <dgm:cxn modelId="{0E658F2C-5AB4-42CB-836A-09583982EB60}" srcId="{79767A6A-1840-426C-A7D3-9FFC3AC15AE9}" destId="{611DA18C-A6BD-4D3B-822F-B7D75513226A}" srcOrd="0" destOrd="0" parTransId="{6A747DF7-3214-48B0-B7CE-11849207139C}" sibTransId="{A9C5A45B-B4C5-4103-9684-0B0D37E2E76C}"/>
    <dgm:cxn modelId="{17DD8E3A-596D-48D7-B062-DBED2D74D4D7}" type="presOf" srcId="{611DA18C-A6BD-4D3B-822F-B7D75513226A}" destId="{9D60427E-1C7A-4B2A-A0BD-7F97ADF692DB}" srcOrd="0" destOrd="0" presId="urn:microsoft.com/office/officeart/2018/2/layout/IconLabelList"/>
    <dgm:cxn modelId="{2C8F6A5F-BDEE-4A85-B124-4F8BB0239005}" type="presOf" srcId="{AE59A108-C4D6-49CC-9B75-A3714E6817F3}" destId="{4CEAECF5-5137-44B5-B72D-22EAB9508592}" srcOrd="0" destOrd="0" presId="urn:microsoft.com/office/officeart/2018/2/layout/IconLabelList"/>
    <dgm:cxn modelId="{29FDBB69-516D-4990-9AD5-683FF499FBE5}" srcId="{79767A6A-1840-426C-A7D3-9FFC3AC15AE9}" destId="{AE59A108-C4D6-49CC-9B75-A3714E6817F3}" srcOrd="2" destOrd="0" parTransId="{9EAF142C-A600-4692-A4AF-13ED71E0F736}" sibTransId="{F94D20A7-C5F6-43DC-AB8D-3925A8D67FC2}"/>
    <dgm:cxn modelId="{94F7A47A-9826-4F18-8F6B-9AE03D196B17}" type="presOf" srcId="{79767A6A-1840-426C-A7D3-9FFC3AC15AE9}" destId="{AB1DFB49-8606-4943-B304-C98FA767C222}" srcOrd="0" destOrd="0" presId="urn:microsoft.com/office/officeart/2018/2/layout/IconLabelList"/>
    <dgm:cxn modelId="{6EA4B8AE-77AD-411C-A2D8-7EFFA4EB3FD3}" type="presOf" srcId="{0F268B39-CCC3-4C20-AFDD-63F6CB260483}" destId="{C389AF0A-23A6-4832-B68D-6A35A589FE00}" srcOrd="0" destOrd="0" presId="urn:microsoft.com/office/officeart/2018/2/layout/IconLabelList"/>
    <dgm:cxn modelId="{01C01D66-8A17-41CE-AE59-4A9A845537E2}" type="presParOf" srcId="{AB1DFB49-8606-4943-B304-C98FA767C222}" destId="{3AA74A52-98F2-487A-B595-685D1B444A14}" srcOrd="0" destOrd="0" presId="urn:microsoft.com/office/officeart/2018/2/layout/IconLabelList"/>
    <dgm:cxn modelId="{1BE2A4BB-817A-44CC-B592-A4942D39EA3E}" type="presParOf" srcId="{3AA74A52-98F2-487A-B595-685D1B444A14}" destId="{3B426CE1-342E-4066-8768-A3D96D0B2F11}" srcOrd="0" destOrd="0" presId="urn:microsoft.com/office/officeart/2018/2/layout/IconLabelList"/>
    <dgm:cxn modelId="{59268D34-4601-4447-A8D6-A0236DC58BA2}" type="presParOf" srcId="{3AA74A52-98F2-487A-B595-685D1B444A14}" destId="{019180CD-BF4E-47F8-B81A-892FA27DF460}" srcOrd="1" destOrd="0" presId="urn:microsoft.com/office/officeart/2018/2/layout/IconLabelList"/>
    <dgm:cxn modelId="{99F23BA6-C024-4112-98D9-6F5198DDFD5E}" type="presParOf" srcId="{3AA74A52-98F2-487A-B595-685D1B444A14}" destId="{9D60427E-1C7A-4B2A-A0BD-7F97ADF692DB}" srcOrd="2" destOrd="0" presId="urn:microsoft.com/office/officeart/2018/2/layout/IconLabelList"/>
    <dgm:cxn modelId="{134A9DC8-8CF3-4DAF-A626-B9EC5D72C5BC}" type="presParOf" srcId="{AB1DFB49-8606-4943-B304-C98FA767C222}" destId="{D756CD13-11F4-4D60-9E35-B6A063FFDB4C}" srcOrd="1" destOrd="0" presId="urn:microsoft.com/office/officeart/2018/2/layout/IconLabelList"/>
    <dgm:cxn modelId="{98FE89AA-87E4-47C0-BB36-112C17BBDFA4}" type="presParOf" srcId="{AB1DFB49-8606-4943-B304-C98FA767C222}" destId="{C5D9AADE-F7B5-4C5C-85BC-D13C8E4C107D}" srcOrd="2" destOrd="0" presId="urn:microsoft.com/office/officeart/2018/2/layout/IconLabelList"/>
    <dgm:cxn modelId="{FA506641-BB35-499F-BD80-F6D406DC5079}" type="presParOf" srcId="{C5D9AADE-F7B5-4C5C-85BC-D13C8E4C107D}" destId="{FBB15070-F3CB-4D1F-8C58-3F5A62155AD7}" srcOrd="0" destOrd="0" presId="urn:microsoft.com/office/officeart/2018/2/layout/IconLabelList"/>
    <dgm:cxn modelId="{181B8FE4-0D1D-4136-AAFD-38793217FB7B}" type="presParOf" srcId="{C5D9AADE-F7B5-4C5C-85BC-D13C8E4C107D}" destId="{0FCCE6B5-C0E0-442D-ADAD-BDA10D627B48}" srcOrd="1" destOrd="0" presId="urn:microsoft.com/office/officeart/2018/2/layout/IconLabelList"/>
    <dgm:cxn modelId="{383B8123-FE8C-4136-8160-B1123435C5B2}" type="presParOf" srcId="{C5D9AADE-F7B5-4C5C-85BC-D13C8E4C107D}" destId="{C389AF0A-23A6-4832-B68D-6A35A589FE00}" srcOrd="2" destOrd="0" presId="urn:microsoft.com/office/officeart/2018/2/layout/IconLabelList"/>
    <dgm:cxn modelId="{7230E27B-5384-420C-A33D-1A28B387FB8F}" type="presParOf" srcId="{AB1DFB49-8606-4943-B304-C98FA767C222}" destId="{A4347526-B0E2-4A12-9B41-8357B4D1A7C2}" srcOrd="3" destOrd="0" presId="urn:microsoft.com/office/officeart/2018/2/layout/IconLabelList"/>
    <dgm:cxn modelId="{1D6DD330-F3FC-4381-BC9D-55A26155FE48}" type="presParOf" srcId="{AB1DFB49-8606-4943-B304-C98FA767C222}" destId="{0AC514AC-8FC9-486C-B482-ED53A80C44D4}" srcOrd="4" destOrd="0" presId="urn:microsoft.com/office/officeart/2018/2/layout/IconLabelList"/>
    <dgm:cxn modelId="{31908F8A-EB71-440E-8D70-E70A1972F731}" type="presParOf" srcId="{0AC514AC-8FC9-486C-B482-ED53A80C44D4}" destId="{F5EFDB18-8FAD-462E-9DD9-15F011C095D2}" srcOrd="0" destOrd="0" presId="urn:microsoft.com/office/officeart/2018/2/layout/IconLabelList"/>
    <dgm:cxn modelId="{75525406-8979-40D2-A5E3-DD0C6C283DF2}" type="presParOf" srcId="{0AC514AC-8FC9-486C-B482-ED53A80C44D4}" destId="{F1CD69BD-F29A-4910-ADA3-8741EFF53F6F}" srcOrd="1" destOrd="0" presId="urn:microsoft.com/office/officeart/2018/2/layout/IconLabelList"/>
    <dgm:cxn modelId="{F3153396-1B2A-4C05-84C0-81D7B1D18742}" type="presParOf" srcId="{0AC514AC-8FC9-486C-B482-ED53A80C44D4}" destId="{4CEAECF5-5137-44B5-B72D-22EAB9508592}" srcOrd="2" destOrd="0" presId="urn:microsoft.com/office/officeart/2018/2/layout/IconLabelList"/>
    <dgm:cxn modelId="{1C415699-85FB-4EC6-B8C2-1D311AF05A6F}" type="presParOf" srcId="{AB1DFB49-8606-4943-B304-C98FA767C222}" destId="{3B9EE9C0-7B06-4B82-A9E9-D9DC78199334}" srcOrd="5" destOrd="0" presId="urn:microsoft.com/office/officeart/2018/2/layout/IconLabelList"/>
    <dgm:cxn modelId="{DD96BB18-CEAC-4343-A35B-195A7D204E24}" type="presParOf" srcId="{AB1DFB49-8606-4943-B304-C98FA767C222}" destId="{91CEBCD3-443D-4AB8-ABB6-BF14BF93F55C}" srcOrd="6" destOrd="0" presId="urn:microsoft.com/office/officeart/2018/2/layout/IconLabelList"/>
    <dgm:cxn modelId="{5D555E25-FFC2-4690-A2A3-5AD6564C8ED0}" type="presParOf" srcId="{91CEBCD3-443D-4AB8-ABB6-BF14BF93F55C}" destId="{5B64E7D9-7994-4B55-A668-724E9A556529}" srcOrd="0" destOrd="0" presId="urn:microsoft.com/office/officeart/2018/2/layout/IconLabelList"/>
    <dgm:cxn modelId="{B17E688B-A7ED-470E-A5C0-95F6D9065A1C}" type="presParOf" srcId="{91CEBCD3-443D-4AB8-ABB6-BF14BF93F55C}" destId="{A31213DA-A34D-4500-916C-6329295F4CAD}" srcOrd="1" destOrd="0" presId="urn:microsoft.com/office/officeart/2018/2/layout/IconLabelList"/>
    <dgm:cxn modelId="{A385FC92-2294-47C8-9E2E-90003865E09E}" type="presParOf" srcId="{91CEBCD3-443D-4AB8-ABB6-BF14BF93F55C}" destId="{74FB49AB-E3D9-4D24-AB0F-86F4F06DFAC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6EFB8C44-DFCC-4103-A458-5F95ACD08905}"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FE72E26-2403-4DB9-ABE8-2C3A4FA46DF0}">
      <dgm:prSet/>
      <dgm:spPr/>
      <dgm:t>
        <a:bodyPr/>
        <a:lstStyle/>
        <a:p>
          <a:r>
            <a:rPr lang="fr-FR" b="1"/>
            <a:t>MartialComp : Concentrez-vous sur votre passion, nous nous occupons du reste.</a:t>
          </a:r>
          <a:endParaRPr lang="en-US"/>
        </a:p>
      </dgm:t>
    </dgm:pt>
    <dgm:pt modelId="{B42E1472-F8F0-481B-B609-ED5A05333FCB}" type="parTrans" cxnId="{6142CB26-F040-428F-8E53-37F8D4270BB3}">
      <dgm:prSet/>
      <dgm:spPr/>
      <dgm:t>
        <a:bodyPr/>
        <a:lstStyle/>
        <a:p>
          <a:endParaRPr lang="en-US"/>
        </a:p>
      </dgm:t>
    </dgm:pt>
    <dgm:pt modelId="{9F82C02B-3A0F-4430-81F7-D3377A9000CD}" type="sibTrans" cxnId="{6142CB26-F040-428F-8E53-37F8D4270BB3}">
      <dgm:prSet/>
      <dgm:spPr/>
      <dgm:t>
        <a:bodyPr/>
        <a:lstStyle/>
        <a:p>
          <a:endParaRPr lang="en-US"/>
        </a:p>
      </dgm:t>
    </dgm:pt>
    <dgm:pt modelId="{D4750E58-1A0A-4B54-9B86-08A1A4639FB9}">
      <dgm:prSet/>
      <dgm:spPr/>
      <dgm:t>
        <a:bodyPr/>
        <a:lstStyle/>
        <a:p>
          <a:r>
            <a:rPr lang="fr-FR" b="1"/>
            <a:t>[DÉCOUVRIR NOS FORMULES]</a:t>
          </a:r>
          <a:r>
            <a:rPr lang="fr-FR"/>
            <a:t> | </a:t>
          </a:r>
          <a:r>
            <a:rPr lang="fr-FR" b="1"/>
            <a:t>[DEMANDER UNE DÉMO]</a:t>
          </a:r>
          <a:r>
            <a:rPr lang="fr-FR"/>
            <a:t> | </a:t>
          </a:r>
          <a:r>
            <a:rPr lang="fr-FR" b="1"/>
            <a:t>[NOUS CONTACTER]</a:t>
          </a:r>
          <a:endParaRPr lang="en-US"/>
        </a:p>
      </dgm:t>
    </dgm:pt>
    <dgm:pt modelId="{912D01EA-FB4F-4040-82A2-DF75603B26CF}" type="parTrans" cxnId="{5B8B2C8F-861A-4B9A-9D0E-BD5C0506ABED}">
      <dgm:prSet/>
      <dgm:spPr/>
      <dgm:t>
        <a:bodyPr/>
        <a:lstStyle/>
        <a:p>
          <a:endParaRPr lang="en-US"/>
        </a:p>
      </dgm:t>
    </dgm:pt>
    <dgm:pt modelId="{90622D26-41E2-4919-B480-D7DAC3FB57B9}" type="sibTrans" cxnId="{5B8B2C8F-861A-4B9A-9D0E-BD5C0506ABED}">
      <dgm:prSet/>
      <dgm:spPr/>
      <dgm:t>
        <a:bodyPr/>
        <a:lstStyle/>
        <a:p>
          <a:endParaRPr lang="en-US"/>
        </a:p>
      </dgm:t>
    </dgm:pt>
    <dgm:pt modelId="{510740D7-D38B-4C33-8BC4-B627B3FDE624}" type="pres">
      <dgm:prSet presAssocID="{6EFB8C44-DFCC-4103-A458-5F95ACD08905}" presName="root" presStyleCnt="0">
        <dgm:presLayoutVars>
          <dgm:dir/>
          <dgm:resizeHandles val="exact"/>
        </dgm:presLayoutVars>
      </dgm:prSet>
      <dgm:spPr/>
    </dgm:pt>
    <dgm:pt modelId="{FC59EA8C-24FF-4E68-9625-306B125ECB75}" type="pres">
      <dgm:prSet presAssocID="{DFE72E26-2403-4DB9-ABE8-2C3A4FA46DF0}" presName="compNode" presStyleCnt="0"/>
      <dgm:spPr/>
    </dgm:pt>
    <dgm:pt modelId="{A29CFDAF-85B1-4FC5-9F81-1DD1B22027CB}" type="pres">
      <dgm:prSet presAssocID="{DFE72E26-2403-4DB9-ABE8-2C3A4FA46DF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rt Lock"/>
        </a:ext>
      </dgm:extLst>
    </dgm:pt>
    <dgm:pt modelId="{F9FA2392-8892-44A2-84A5-99258C2AF342}" type="pres">
      <dgm:prSet presAssocID="{DFE72E26-2403-4DB9-ABE8-2C3A4FA46DF0}" presName="spaceRect" presStyleCnt="0"/>
      <dgm:spPr/>
    </dgm:pt>
    <dgm:pt modelId="{4684CCB0-CCA9-443B-BB3F-693EB4433C92}" type="pres">
      <dgm:prSet presAssocID="{DFE72E26-2403-4DB9-ABE8-2C3A4FA46DF0}" presName="textRect" presStyleLbl="revTx" presStyleIdx="0" presStyleCnt="2">
        <dgm:presLayoutVars>
          <dgm:chMax val="1"/>
          <dgm:chPref val="1"/>
        </dgm:presLayoutVars>
      </dgm:prSet>
      <dgm:spPr/>
    </dgm:pt>
    <dgm:pt modelId="{7433477E-9490-4EDF-82A8-198263BFE2D1}" type="pres">
      <dgm:prSet presAssocID="{9F82C02B-3A0F-4430-81F7-D3377A9000CD}" presName="sibTrans" presStyleCnt="0"/>
      <dgm:spPr/>
    </dgm:pt>
    <dgm:pt modelId="{1B0644B0-D1CA-4218-9026-80FF65C2BF26}" type="pres">
      <dgm:prSet presAssocID="{D4750E58-1A0A-4B54-9B86-08A1A4639FB9}" presName="compNode" presStyleCnt="0"/>
      <dgm:spPr/>
    </dgm:pt>
    <dgm:pt modelId="{1866CFA6-0AF0-47A4-9BB7-39042DB08226}" type="pres">
      <dgm:prSet presAssocID="{D4750E58-1A0A-4B54-9B86-08A1A4639FB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jouter"/>
        </a:ext>
      </dgm:extLst>
    </dgm:pt>
    <dgm:pt modelId="{020AE867-118F-47C7-86C8-558751F113A5}" type="pres">
      <dgm:prSet presAssocID="{D4750E58-1A0A-4B54-9B86-08A1A4639FB9}" presName="spaceRect" presStyleCnt="0"/>
      <dgm:spPr/>
    </dgm:pt>
    <dgm:pt modelId="{7CB83DAA-0AB5-4052-B0E1-244ADC5B97E9}" type="pres">
      <dgm:prSet presAssocID="{D4750E58-1A0A-4B54-9B86-08A1A4639FB9}" presName="textRect" presStyleLbl="revTx" presStyleIdx="1" presStyleCnt="2">
        <dgm:presLayoutVars>
          <dgm:chMax val="1"/>
          <dgm:chPref val="1"/>
        </dgm:presLayoutVars>
      </dgm:prSet>
      <dgm:spPr/>
    </dgm:pt>
  </dgm:ptLst>
  <dgm:cxnLst>
    <dgm:cxn modelId="{FD41C915-E6CE-41B9-874F-948EF9361185}" type="presOf" srcId="{DFE72E26-2403-4DB9-ABE8-2C3A4FA46DF0}" destId="{4684CCB0-CCA9-443B-BB3F-693EB4433C92}" srcOrd="0" destOrd="0" presId="urn:microsoft.com/office/officeart/2018/2/layout/IconLabelList"/>
    <dgm:cxn modelId="{6142CB26-F040-428F-8E53-37F8D4270BB3}" srcId="{6EFB8C44-DFCC-4103-A458-5F95ACD08905}" destId="{DFE72E26-2403-4DB9-ABE8-2C3A4FA46DF0}" srcOrd="0" destOrd="0" parTransId="{B42E1472-F8F0-481B-B609-ED5A05333FCB}" sibTransId="{9F82C02B-3A0F-4430-81F7-D3377A9000CD}"/>
    <dgm:cxn modelId="{5B8B2C8F-861A-4B9A-9D0E-BD5C0506ABED}" srcId="{6EFB8C44-DFCC-4103-A458-5F95ACD08905}" destId="{D4750E58-1A0A-4B54-9B86-08A1A4639FB9}" srcOrd="1" destOrd="0" parTransId="{912D01EA-FB4F-4040-82A2-DF75603B26CF}" sibTransId="{90622D26-41E2-4919-B480-D7DAC3FB57B9}"/>
    <dgm:cxn modelId="{2F5F9DCB-AEC0-457D-9D17-C7F0E76F822E}" type="presOf" srcId="{D4750E58-1A0A-4B54-9B86-08A1A4639FB9}" destId="{7CB83DAA-0AB5-4052-B0E1-244ADC5B97E9}" srcOrd="0" destOrd="0" presId="urn:microsoft.com/office/officeart/2018/2/layout/IconLabelList"/>
    <dgm:cxn modelId="{814757F5-3DFF-4990-A22D-076A9C222E21}" type="presOf" srcId="{6EFB8C44-DFCC-4103-A458-5F95ACD08905}" destId="{510740D7-D38B-4C33-8BC4-B627B3FDE624}" srcOrd="0" destOrd="0" presId="urn:microsoft.com/office/officeart/2018/2/layout/IconLabelList"/>
    <dgm:cxn modelId="{562360BE-E77C-4F3B-A1D3-F2E6CF9BE526}" type="presParOf" srcId="{510740D7-D38B-4C33-8BC4-B627B3FDE624}" destId="{FC59EA8C-24FF-4E68-9625-306B125ECB75}" srcOrd="0" destOrd="0" presId="urn:microsoft.com/office/officeart/2018/2/layout/IconLabelList"/>
    <dgm:cxn modelId="{0FDAC553-E08C-4D38-90BF-01B5B0B6EB78}" type="presParOf" srcId="{FC59EA8C-24FF-4E68-9625-306B125ECB75}" destId="{A29CFDAF-85B1-4FC5-9F81-1DD1B22027CB}" srcOrd="0" destOrd="0" presId="urn:microsoft.com/office/officeart/2018/2/layout/IconLabelList"/>
    <dgm:cxn modelId="{CBFB05B9-9E40-401E-B54C-E1D76DCAF0D1}" type="presParOf" srcId="{FC59EA8C-24FF-4E68-9625-306B125ECB75}" destId="{F9FA2392-8892-44A2-84A5-99258C2AF342}" srcOrd="1" destOrd="0" presId="urn:microsoft.com/office/officeart/2018/2/layout/IconLabelList"/>
    <dgm:cxn modelId="{BA010A3A-C660-4E5C-8B23-25979610E1AE}" type="presParOf" srcId="{FC59EA8C-24FF-4E68-9625-306B125ECB75}" destId="{4684CCB0-CCA9-443B-BB3F-693EB4433C92}" srcOrd="2" destOrd="0" presId="urn:microsoft.com/office/officeart/2018/2/layout/IconLabelList"/>
    <dgm:cxn modelId="{ADA4F32A-7268-4A3D-B142-F970BD0079A6}" type="presParOf" srcId="{510740D7-D38B-4C33-8BC4-B627B3FDE624}" destId="{7433477E-9490-4EDF-82A8-198263BFE2D1}" srcOrd="1" destOrd="0" presId="urn:microsoft.com/office/officeart/2018/2/layout/IconLabelList"/>
    <dgm:cxn modelId="{17518821-036E-42CF-8667-6941F3F99040}" type="presParOf" srcId="{510740D7-D38B-4C33-8BC4-B627B3FDE624}" destId="{1B0644B0-D1CA-4218-9026-80FF65C2BF26}" srcOrd="2" destOrd="0" presId="urn:microsoft.com/office/officeart/2018/2/layout/IconLabelList"/>
    <dgm:cxn modelId="{A23B47FA-8E5F-4345-B582-A1653BF305A6}" type="presParOf" srcId="{1B0644B0-D1CA-4218-9026-80FF65C2BF26}" destId="{1866CFA6-0AF0-47A4-9BB7-39042DB08226}" srcOrd="0" destOrd="0" presId="urn:microsoft.com/office/officeart/2018/2/layout/IconLabelList"/>
    <dgm:cxn modelId="{3C74F707-E406-43DF-A1EA-0FBEDF016105}" type="presParOf" srcId="{1B0644B0-D1CA-4218-9026-80FF65C2BF26}" destId="{020AE867-118F-47C7-86C8-558751F113A5}" srcOrd="1" destOrd="0" presId="urn:microsoft.com/office/officeart/2018/2/layout/IconLabelList"/>
    <dgm:cxn modelId="{F4D8B1D7-7037-4275-B3B4-33428E4D2083}" type="presParOf" srcId="{1B0644B0-D1CA-4218-9026-80FF65C2BF26}" destId="{7CB83DAA-0AB5-4052-B0E1-244ADC5B97E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48A0E0-7E89-4CB2-B5E2-4CF2AF8780B4}">
      <dsp:nvSpPr>
        <dsp:cNvPr id="0" name=""/>
        <dsp:cNvSpPr/>
      </dsp:nvSpPr>
      <dsp:spPr>
        <a:xfrm>
          <a:off x="0" y="761809"/>
          <a:ext cx="6666833" cy="5544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A8D3328-A0A0-43DC-A0B9-6DBE77DBC48A}">
      <dsp:nvSpPr>
        <dsp:cNvPr id="0" name=""/>
        <dsp:cNvSpPr/>
      </dsp:nvSpPr>
      <dsp:spPr>
        <a:xfrm>
          <a:off x="333341" y="437089"/>
          <a:ext cx="4666783" cy="6494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77900">
            <a:lnSpc>
              <a:spcPct val="90000"/>
            </a:lnSpc>
            <a:spcBef>
              <a:spcPct val="0"/>
            </a:spcBef>
            <a:spcAft>
              <a:spcPct val="35000"/>
            </a:spcAft>
            <a:buNone/>
          </a:pPr>
          <a:r>
            <a:rPr lang="fr-FR" sz="2200" b="1" kern="1200"/>
            <a:t>Fini la paperasse administrative !</a:t>
          </a:r>
          <a:endParaRPr lang="en-US" sz="2200" kern="1200"/>
        </a:p>
      </dsp:txBody>
      <dsp:txXfrm>
        <a:off x="365044" y="468792"/>
        <a:ext cx="4603377" cy="586034"/>
      </dsp:txXfrm>
    </dsp:sp>
    <dsp:sp modelId="{91EF81AB-8EC8-408F-BDC1-10F4A7EBBC93}">
      <dsp:nvSpPr>
        <dsp:cNvPr id="0" name=""/>
        <dsp:cNvSpPr/>
      </dsp:nvSpPr>
      <dsp:spPr>
        <a:xfrm>
          <a:off x="0" y="1759730"/>
          <a:ext cx="6666833" cy="3257099"/>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458216" rIns="517420" bIns="156464" numCol="1" spcCol="1270" anchor="t" anchorCtr="0">
          <a:noAutofit/>
        </a:bodyPr>
        <a:lstStyle/>
        <a:p>
          <a:pPr marL="228600" lvl="1" indent="-228600" algn="l" defTabSz="977900">
            <a:lnSpc>
              <a:spcPct val="90000"/>
            </a:lnSpc>
            <a:spcBef>
              <a:spcPct val="0"/>
            </a:spcBef>
            <a:spcAft>
              <a:spcPct val="15000"/>
            </a:spcAft>
            <a:buChar char="•"/>
          </a:pPr>
          <a:r>
            <a:rPr lang="fr-FR" sz="2200" kern="1200"/>
            <a:t>Créez et mettez à jour les profils de vos pratiquants en quelques clics</a:t>
          </a:r>
          <a:endParaRPr lang="en-US" sz="2200" kern="1200"/>
        </a:p>
        <a:p>
          <a:pPr marL="228600" lvl="1" indent="-228600" algn="l" defTabSz="977900">
            <a:lnSpc>
              <a:spcPct val="90000"/>
            </a:lnSpc>
            <a:spcBef>
              <a:spcPct val="0"/>
            </a:spcBef>
            <a:spcAft>
              <a:spcPct val="15000"/>
            </a:spcAft>
            <a:buChar char="•"/>
          </a:pPr>
          <a:r>
            <a:rPr lang="fr-FR" sz="2200" kern="1200"/>
            <a:t>Suivez les renouvellements d'adhésion avec rappels automatiques</a:t>
          </a:r>
          <a:endParaRPr lang="en-US" sz="2200" kern="1200"/>
        </a:p>
        <a:p>
          <a:pPr marL="228600" lvl="1" indent="-228600" algn="l" defTabSz="977900">
            <a:lnSpc>
              <a:spcPct val="90000"/>
            </a:lnSpc>
            <a:spcBef>
              <a:spcPct val="0"/>
            </a:spcBef>
            <a:spcAft>
              <a:spcPct val="15000"/>
            </a:spcAft>
            <a:buChar char="•"/>
          </a:pPr>
          <a:r>
            <a:rPr lang="fr-FR" sz="2200" kern="1200"/>
            <a:t>Générez des cartes de membre numériques avec QR code</a:t>
          </a:r>
          <a:endParaRPr lang="en-US" sz="2200" kern="1200"/>
        </a:p>
        <a:p>
          <a:pPr marL="228600" lvl="1" indent="-228600" algn="l" defTabSz="977900">
            <a:lnSpc>
              <a:spcPct val="90000"/>
            </a:lnSpc>
            <a:spcBef>
              <a:spcPct val="0"/>
            </a:spcBef>
            <a:spcAft>
              <a:spcPct val="15000"/>
            </a:spcAft>
            <a:buChar char="•"/>
          </a:pPr>
          <a:r>
            <a:rPr lang="fr-FR" sz="2200" kern="1200"/>
            <a:t>Accédez instantanément aux coordonnées et informations médicales</a:t>
          </a:r>
          <a:endParaRPr lang="en-US" sz="2200" kern="1200"/>
        </a:p>
      </dsp:txBody>
      <dsp:txXfrm>
        <a:off x="0" y="1759730"/>
        <a:ext cx="6666833" cy="3257099"/>
      </dsp:txXfrm>
    </dsp:sp>
    <dsp:sp modelId="{6B24A8FD-6847-4A9B-BF4A-DCAC84E4F2CB}">
      <dsp:nvSpPr>
        <dsp:cNvPr id="0" name=""/>
        <dsp:cNvSpPr/>
      </dsp:nvSpPr>
      <dsp:spPr>
        <a:xfrm>
          <a:off x="333341" y="1435010"/>
          <a:ext cx="4666783" cy="64944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977900">
            <a:lnSpc>
              <a:spcPct val="90000"/>
            </a:lnSpc>
            <a:spcBef>
              <a:spcPct val="0"/>
            </a:spcBef>
            <a:spcAft>
              <a:spcPct val="35000"/>
            </a:spcAft>
            <a:buNone/>
          </a:pPr>
          <a:r>
            <a:rPr lang="fr-FR" sz="2200" b="1" kern="1200"/>
            <a:t>Gestion simplifiée des membres</a:t>
          </a:r>
          <a:endParaRPr lang="en-US" sz="2200" kern="1200"/>
        </a:p>
      </dsp:txBody>
      <dsp:txXfrm>
        <a:off x="365044" y="1466713"/>
        <a:ext cx="4603377"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117A60-69A2-46ED-879F-704FCFA14CC6}">
      <dsp:nvSpPr>
        <dsp:cNvPr id="0" name=""/>
        <dsp:cNvSpPr/>
      </dsp:nvSpPr>
      <dsp:spPr>
        <a:xfrm>
          <a:off x="684914" y="101640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ECC3A3-2DC5-4D4E-AF11-B3D8BDD7366D}">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6A0C78-16AC-4D2D-B247-9BD04F7CD14B}">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Automatisez la facturation des cotisations et services </a:t>
          </a:r>
          <a:endParaRPr lang="en-US" sz="1200" kern="1200"/>
        </a:p>
      </dsp:txBody>
      <dsp:txXfrm>
        <a:off x="333914" y="2456402"/>
        <a:ext cx="1800000" cy="720000"/>
      </dsp:txXfrm>
    </dsp:sp>
    <dsp:sp modelId="{69419379-24C6-4B16-B139-E245A93DC6E7}">
      <dsp:nvSpPr>
        <dsp:cNvPr id="0" name=""/>
        <dsp:cNvSpPr/>
      </dsp:nvSpPr>
      <dsp:spPr>
        <a:xfrm>
          <a:off x="2799914" y="101640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3497AA-9D44-4E1C-9DA3-5B76CF63EE3B}">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927BC1-83E1-4A5B-AF3D-98DFA260B946}">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Suivez tous vos revenus et dépenses en temps réel </a:t>
          </a:r>
          <a:endParaRPr lang="en-US" sz="1200" kern="1200"/>
        </a:p>
      </dsp:txBody>
      <dsp:txXfrm>
        <a:off x="2448914" y="2456402"/>
        <a:ext cx="1800000" cy="720000"/>
      </dsp:txXfrm>
    </dsp:sp>
    <dsp:sp modelId="{B3356E4B-39F6-4F4E-AB2C-E132E279647C}">
      <dsp:nvSpPr>
        <dsp:cNvPr id="0" name=""/>
        <dsp:cNvSpPr/>
      </dsp:nvSpPr>
      <dsp:spPr>
        <a:xfrm>
          <a:off x="4914914" y="101640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102E79-B0D6-4F69-9D08-01BCDFB2F512}">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CBE6E9-5F97-458F-A039-CA275021A574}">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Générez des rapports financiers détaillés en un clic </a:t>
          </a:r>
          <a:endParaRPr lang="en-US" sz="1200" kern="1200"/>
        </a:p>
      </dsp:txBody>
      <dsp:txXfrm>
        <a:off x="4563914" y="2456402"/>
        <a:ext cx="1800000" cy="720000"/>
      </dsp:txXfrm>
    </dsp:sp>
    <dsp:sp modelId="{9EEEF2DD-8751-4255-96A4-91E3314196B8}">
      <dsp:nvSpPr>
        <dsp:cNvPr id="0" name=""/>
        <dsp:cNvSpPr/>
      </dsp:nvSpPr>
      <dsp:spPr>
        <a:xfrm>
          <a:off x="7029914" y="101640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C37345-AC33-4772-A21F-4DA88E64AF67}">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13162D-FB69-40E5-986A-CA13CA5377F7}">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Préparez facilement vos documents comptables annuels </a:t>
          </a:r>
          <a:endParaRPr lang="en-US" sz="1200" kern="1200"/>
        </a:p>
      </dsp:txBody>
      <dsp:txXfrm>
        <a:off x="6678914" y="2456402"/>
        <a:ext cx="1800000" cy="720000"/>
      </dsp:txXfrm>
    </dsp:sp>
    <dsp:sp modelId="{3AEDD2D3-D48D-4108-BAC2-01DD4D1CBCD2}">
      <dsp:nvSpPr>
        <dsp:cNvPr id="0" name=""/>
        <dsp:cNvSpPr/>
      </dsp:nvSpPr>
      <dsp:spPr>
        <a:xfrm>
          <a:off x="9144914" y="1016402"/>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FF0EFA-B896-47BE-ABDB-17ABCDBC90E7}">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06E5BB-B177-47F5-BC2E-CCA6C695EFAA}">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Gérez plusieurs méthodes de paiement (espèces, chèques, CB, virement) </a:t>
          </a:r>
          <a:endParaRPr lang="en-US" sz="1200" kern="1200"/>
        </a:p>
      </dsp:txBody>
      <dsp:txXfrm>
        <a:off x="8793914" y="2456402"/>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FCFEA9-45F1-4AA2-AAB3-AC5CF82293A0}">
      <dsp:nvSpPr>
        <dsp:cNvPr id="0" name=""/>
        <dsp:cNvSpPr/>
      </dsp:nvSpPr>
      <dsp:spPr>
        <a:xfrm>
          <a:off x="684914" y="1016402"/>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B23E9F-1142-4800-9DCC-AED7CFBEF752}">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248428-D2AA-4C7B-B82B-483ED09B94DF}">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Vendez équipements, tenues et accessoires directement depuis l'application </a:t>
          </a:r>
          <a:endParaRPr lang="en-US" sz="1200" kern="1200"/>
        </a:p>
      </dsp:txBody>
      <dsp:txXfrm>
        <a:off x="333914" y="2456402"/>
        <a:ext cx="1800000" cy="720000"/>
      </dsp:txXfrm>
    </dsp:sp>
    <dsp:sp modelId="{065F2F7C-2EEA-4740-8C5F-68913AF597C7}">
      <dsp:nvSpPr>
        <dsp:cNvPr id="0" name=""/>
        <dsp:cNvSpPr/>
      </dsp:nvSpPr>
      <dsp:spPr>
        <a:xfrm>
          <a:off x="2799914" y="1016402"/>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D4EB7D-119D-4EFF-AC56-1D3DBFBE5A5A}">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EB74E5-2BA8-46B9-8635-5E8CCF901242}">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Gérez votre inventaire et recevez des alertes de stock bas </a:t>
          </a:r>
          <a:endParaRPr lang="en-US" sz="1200" kern="1200"/>
        </a:p>
      </dsp:txBody>
      <dsp:txXfrm>
        <a:off x="2448914" y="2456402"/>
        <a:ext cx="1800000" cy="720000"/>
      </dsp:txXfrm>
    </dsp:sp>
    <dsp:sp modelId="{9DB5649E-1D2B-4A7A-A62A-073EE55A5622}">
      <dsp:nvSpPr>
        <dsp:cNvPr id="0" name=""/>
        <dsp:cNvSpPr/>
      </dsp:nvSpPr>
      <dsp:spPr>
        <a:xfrm>
          <a:off x="4914914" y="1016402"/>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C438EB-770C-422E-AE81-32AA120F0DBC}">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7B37DC-8726-46A6-AAD4-538FE4D263D4}">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Offrez des réductions spéciales à vos membres </a:t>
          </a:r>
          <a:endParaRPr lang="en-US" sz="1200" kern="1200"/>
        </a:p>
      </dsp:txBody>
      <dsp:txXfrm>
        <a:off x="4563914" y="2456402"/>
        <a:ext cx="1800000" cy="720000"/>
      </dsp:txXfrm>
    </dsp:sp>
    <dsp:sp modelId="{E4792426-AC02-4F54-AA79-014227A35DC8}">
      <dsp:nvSpPr>
        <dsp:cNvPr id="0" name=""/>
        <dsp:cNvSpPr/>
      </dsp:nvSpPr>
      <dsp:spPr>
        <a:xfrm>
          <a:off x="7029914" y="1016402"/>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6E2AFB-023D-4EDB-87FB-DDBFB2279131}">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3478D4-47A9-4C95-AD12-60C54CEEA136}">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Suivez les commandes et livraisons depuis une interface unique </a:t>
          </a:r>
          <a:endParaRPr lang="en-US" sz="1200" kern="1200"/>
        </a:p>
      </dsp:txBody>
      <dsp:txXfrm>
        <a:off x="6678914" y="2456402"/>
        <a:ext cx="1800000" cy="720000"/>
      </dsp:txXfrm>
    </dsp:sp>
    <dsp:sp modelId="{5D892AFC-6EEC-4A18-8D92-0F4EBB084BCD}">
      <dsp:nvSpPr>
        <dsp:cNvPr id="0" name=""/>
        <dsp:cNvSpPr/>
      </dsp:nvSpPr>
      <dsp:spPr>
        <a:xfrm>
          <a:off x="9144914" y="1016402"/>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AB34C3-B6B9-4000-8965-097E53D5E2F7}">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47A92D-7BDC-4185-967F-0B1881180103}">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Générez des revenus complémentaires pour votre club </a:t>
          </a:r>
          <a:endParaRPr lang="en-US" sz="1200" kern="1200"/>
        </a:p>
      </dsp:txBody>
      <dsp:txXfrm>
        <a:off x="8793914" y="2456402"/>
        <a:ext cx="18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F39D9C-0FF9-471B-AF1A-B80B5C02BEB7}">
      <dsp:nvSpPr>
        <dsp:cNvPr id="0" name=""/>
        <dsp:cNvSpPr/>
      </dsp:nvSpPr>
      <dsp:spPr>
        <a:xfrm>
          <a:off x="684914" y="98265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DF8E87-C01D-48FD-B1F4-1DB2457CF018}">
      <dsp:nvSpPr>
        <dsp:cNvPr id="0" name=""/>
        <dsp:cNvSpPr/>
      </dsp:nvSpPr>
      <dsp:spPr>
        <a:xfrm>
          <a:off x="918914" y="121665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BE8478-742F-42B4-BCB5-674BE7FC8487}">
      <dsp:nvSpPr>
        <dsp:cNvPr id="0" name=""/>
        <dsp:cNvSpPr/>
      </dsp:nvSpPr>
      <dsp:spPr>
        <a:xfrm>
          <a:off x="333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0" i="0" kern="1200" baseline="0"/>
            <a:t>Centralisez tous vos documents administratifs et techniques </a:t>
          </a:r>
          <a:endParaRPr lang="en-US" sz="1100" kern="1200"/>
        </a:p>
      </dsp:txBody>
      <dsp:txXfrm>
        <a:off x="333914" y="2422652"/>
        <a:ext cx="1800000" cy="787500"/>
      </dsp:txXfrm>
    </dsp:sp>
    <dsp:sp modelId="{EA59B597-2094-4949-8048-1C67638D7134}">
      <dsp:nvSpPr>
        <dsp:cNvPr id="0" name=""/>
        <dsp:cNvSpPr/>
      </dsp:nvSpPr>
      <dsp:spPr>
        <a:xfrm>
          <a:off x="2799914" y="98265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FCC070-D4D8-436C-845C-2DDFECADD53F}">
      <dsp:nvSpPr>
        <dsp:cNvPr id="0" name=""/>
        <dsp:cNvSpPr/>
      </dsp:nvSpPr>
      <dsp:spPr>
        <a:xfrm>
          <a:off x="3033914" y="121665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8E2F4-37C2-47B8-AC47-85AF61B8CB5E}">
      <dsp:nvSpPr>
        <dsp:cNvPr id="0" name=""/>
        <dsp:cNvSpPr/>
      </dsp:nvSpPr>
      <dsp:spPr>
        <a:xfrm>
          <a:off x="2448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0" i="0" kern="1200" baseline="0"/>
            <a:t>Organisez facilement licences, certificats médicaux et autorisations parentales </a:t>
          </a:r>
          <a:endParaRPr lang="en-US" sz="1100" kern="1200"/>
        </a:p>
      </dsp:txBody>
      <dsp:txXfrm>
        <a:off x="2448914" y="2422652"/>
        <a:ext cx="1800000" cy="787500"/>
      </dsp:txXfrm>
    </dsp:sp>
    <dsp:sp modelId="{7B71083C-527A-47A4-8CED-45F1B511D911}">
      <dsp:nvSpPr>
        <dsp:cNvPr id="0" name=""/>
        <dsp:cNvSpPr/>
      </dsp:nvSpPr>
      <dsp:spPr>
        <a:xfrm>
          <a:off x="4914914" y="98265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211618-49D7-4AC4-A72A-336695A1AB16}">
      <dsp:nvSpPr>
        <dsp:cNvPr id="0" name=""/>
        <dsp:cNvSpPr/>
      </dsp:nvSpPr>
      <dsp:spPr>
        <a:xfrm>
          <a:off x="5148914" y="121665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EB831E-F59E-4BCC-A8EA-EA51B1EDEE1B}">
      <dsp:nvSpPr>
        <dsp:cNvPr id="0" name=""/>
        <dsp:cNvSpPr/>
      </dsp:nvSpPr>
      <dsp:spPr>
        <a:xfrm>
          <a:off x="4563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0" i="0" kern="1200" baseline="0"/>
            <a:t>Partagez des ressources pédagogiques avec vos enseignants et pratiquants </a:t>
          </a:r>
          <a:endParaRPr lang="en-US" sz="1100" kern="1200"/>
        </a:p>
      </dsp:txBody>
      <dsp:txXfrm>
        <a:off x="4563914" y="2422652"/>
        <a:ext cx="1800000" cy="787500"/>
      </dsp:txXfrm>
    </dsp:sp>
    <dsp:sp modelId="{9F1A1CED-66F0-4069-9F1F-54E83A743646}">
      <dsp:nvSpPr>
        <dsp:cNvPr id="0" name=""/>
        <dsp:cNvSpPr/>
      </dsp:nvSpPr>
      <dsp:spPr>
        <a:xfrm>
          <a:off x="7029914" y="98265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9CBD1C-36DD-4F86-9198-E1ADEF8B1215}">
      <dsp:nvSpPr>
        <dsp:cNvPr id="0" name=""/>
        <dsp:cNvSpPr/>
      </dsp:nvSpPr>
      <dsp:spPr>
        <a:xfrm>
          <a:off x="7263914" y="121665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BBFCE7-BD95-4C12-BE66-5ED3341DF061}">
      <dsp:nvSpPr>
        <dsp:cNvPr id="0" name=""/>
        <dsp:cNvSpPr/>
      </dsp:nvSpPr>
      <dsp:spPr>
        <a:xfrm>
          <a:off x="6678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0" i="0" kern="1200" baseline="0"/>
            <a:t>Retrouvez instantanément n'importe quel document grâce à la recherche avancée </a:t>
          </a:r>
          <a:endParaRPr lang="en-US" sz="1100" kern="1200"/>
        </a:p>
      </dsp:txBody>
      <dsp:txXfrm>
        <a:off x="6678914" y="2422652"/>
        <a:ext cx="1800000" cy="787500"/>
      </dsp:txXfrm>
    </dsp:sp>
    <dsp:sp modelId="{D4F46691-DBA7-4F88-8BF5-F578CFD73EB3}">
      <dsp:nvSpPr>
        <dsp:cNvPr id="0" name=""/>
        <dsp:cNvSpPr/>
      </dsp:nvSpPr>
      <dsp:spPr>
        <a:xfrm>
          <a:off x="9144914" y="982652"/>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231AF-5C52-40E8-A2D0-E1BB2586A1CB}">
      <dsp:nvSpPr>
        <dsp:cNvPr id="0" name=""/>
        <dsp:cNvSpPr/>
      </dsp:nvSpPr>
      <dsp:spPr>
        <a:xfrm>
          <a:off x="9378914" y="121665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3EB041-8239-43D9-B010-6ECC8727F99B}">
      <dsp:nvSpPr>
        <dsp:cNvPr id="0" name=""/>
        <dsp:cNvSpPr/>
      </dsp:nvSpPr>
      <dsp:spPr>
        <a:xfrm>
          <a:off x="8793914" y="2422652"/>
          <a:ext cx="180000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fr-FR" sz="1100" b="0" i="0" kern="1200" baseline="0"/>
            <a:t>Sécurisez vos données avec des contrôles d'accès personnalisés </a:t>
          </a:r>
          <a:endParaRPr lang="en-US" sz="1100" kern="1200"/>
        </a:p>
      </dsp:txBody>
      <dsp:txXfrm>
        <a:off x="8793914" y="2422652"/>
        <a:ext cx="1800000" cy="7875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C6E0C7-1219-4EE3-9740-0D962270CF81}">
      <dsp:nvSpPr>
        <dsp:cNvPr id="0" name=""/>
        <dsp:cNvSpPr/>
      </dsp:nvSpPr>
      <dsp:spPr>
        <a:xfrm>
          <a:off x="0" y="332222"/>
          <a:ext cx="10927829" cy="8108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Planifiez facilement vos créneaux d'entraînement </a:t>
          </a:r>
          <a:endParaRPr lang="en-US" sz="3300" kern="1200"/>
        </a:p>
      </dsp:txBody>
      <dsp:txXfrm>
        <a:off x="39580" y="371802"/>
        <a:ext cx="10848669" cy="731650"/>
      </dsp:txXfrm>
    </dsp:sp>
    <dsp:sp modelId="{86CC888B-6953-4513-891E-727EEDE78612}">
      <dsp:nvSpPr>
        <dsp:cNvPr id="0" name=""/>
        <dsp:cNvSpPr/>
      </dsp:nvSpPr>
      <dsp:spPr>
        <a:xfrm>
          <a:off x="0" y="1238072"/>
          <a:ext cx="10927829" cy="81081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Suivez les présences par simple scan de QR code </a:t>
          </a:r>
          <a:endParaRPr lang="en-US" sz="3300" kern="1200"/>
        </a:p>
      </dsp:txBody>
      <dsp:txXfrm>
        <a:off x="39580" y="1277652"/>
        <a:ext cx="10848669" cy="731650"/>
      </dsp:txXfrm>
    </dsp:sp>
    <dsp:sp modelId="{A327FB29-52EA-4888-B744-CFB81497A269}">
      <dsp:nvSpPr>
        <dsp:cNvPr id="0" name=""/>
        <dsp:cNvSpPr/>
      </dsp:nvSpPr>
      <dsp:spPr>
        <a:xfrm>
          <a:off x="0" y="2143922"/>
          <a:ext cx="10927829" cy="81081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Communiquez les changements d'horaire instantanément </a:t>
          </a:r>
          <a:endParaRPr lang="en-US" sz="3300" kern="1200"/>
        </a:p>
      </dsp:txBody>
      <dsp:txXfrm>
        <a:off x="39580" y="2183502"/>
        <a:ext cx="10848669" cy="731650"/>
      </dsp:txXfrm>
    </dsp:sp>
    <dsp:sp modelId="{75BA0EF2-C07E-4FA5-9BEA-0CC27C3E944F}">
      <dsp:nvSpPr>
        <dsp:cNvPr id="0" name=""/>
        <dsp:cNvSpPr/>
      </dsp:nvSpPr>
      <dsp:spPr>
        <a:xfrm>
          <a:off x="0" y="3049772"/>
          <a:ext cx="10927829" cy="81081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Visualisez le taux de participation par cours </a:t>
          </a:r>
          <a:endParaRPr lang="en-US" sz="3300" kern="1200"/>
        </a:p>
      </dsp:txBody>
      <dsp:txXfrm>
        <a:off x="39580" y="3089352"/>
        <a:ext cx="10848669" cy="73165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D52DC5-D433-49E7-9EC3-B756A5EA6D2E}">
      <dsp:nvSpPr>
        <dsp:cNvPr id="0" name=""/>
        <dsp:cNvSpPr/>
      </dsp:nvSpPr>
      <dsp:spPr>
        <a:xfrm>
          <a:off x="2169914" y="35328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1F59BD-FF47-4344-94E8-CC4D5F996FB2}">
      <dsp:nvSpPr>
        <dsp:cNvPr id="0" name=""/>
        <dsp:cNvSpPr/>
      </dsp:nvSpPr>
      <dsp:spPr>
        <a:xfrm>
          <a:off x="765914" y="201519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fr-FR" sz="2000" b="1" kern="1200"/>
            <a:t>Concentrez-vous sur l'enseignement, pas sur l'administration !</a:t>
          </a:r>
          <a:endParaRPr lang="en-US" sz="2000" kern="1200"/>
        </a:p>
      </dsp:txBody>
      <dsp:txXfrm>
        <a:off x="765914" y="2015192"/>
        <a:ext cx="4320000" cy="648000"/>
      </dsp:txXfrm>
    </dsp:sp>
    <dsp:sp modelId="{368382DB-4EBF-42F4-898F-6F676D538BCD}">
      <dsp:nvSpPr>
        <dsp:cNvPr id="0" name=""/>
        <dsp:cNvSpPr/>
      </dsp:nvSpPr>
      <dsp:spPr>
        <a:xfrm>
          <a:off x="765914" y="2732917"/>
          <a:ext cx="4320000" cy="1106602"/>
        </a:xfrm>
        <a:prstGeom prst="rect">
          <a:avLst/>
        </a:prstGeom>
        <a:noFill/>
        <a:ln>
          <a:noFill/>
        </a:ln>
        <a:effectLst/>
      </dsp:spPr>
      <dsp:style>
        <a:lnRef idx="0">
          <a:scrgbClr r="0" g="0" b="0"/>
        </a:lnRef>
        <a:fillRef idx="0">
          <a:scrgbClr r="0" g="0" b="0"/>
        </a:fillRef>
        <a:effectRef idx="0">
          <a:scrgbClr r="0" g="0" b="0"/>
        </a:effectRef>
        <a:fontRef idx="minor"/>
      </dsp:style>
    </dsp:sp>
    <dsp:sp modelId="{FAE6A5F5-A072-4C87-B052-EAE49D783A9D}">
      <dsp:nvSpPr>
        <dsp:cNvPr id="0" name=""/>
        <dsp:cNvSpPr/>
      </dsp:nvSpPr>
      <dsp:spPr>
        <a:xfrm>
          <a:off x="7245914" y="35328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DDC88D-DF56-4697-B97A-5EE9C0E64A9B}">
      <dsp:nvSpPr>
        <dsp:cNvPr id="0" name=""/>
        <dsp:cNvSpPr/>
      </dsp:nvSpPr>
      <dsp:spPr>
        <a:xfrm>
          <a:off x="5841914" y="201519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fr-FR" sz="2000" b="1" kern="1200"/>
            <a:t>Suivi pédagogique efficace</a:t>
          </a:r>
          <a:endParaRPr lang="en-US" sz="2000" kern="1200"/>
        </a:p>
      </dsp:txBody>
      <dsp:txXfrm>
        <a:off x="5841914" y="2015192"/>
        <a:ext cx="4320000" cy="648000"/>
      </dsp:txXfrm>
    </dsp:sp>
    <dsp:sp modelId="{29422D90-35E2-407A-AA9C-AD6563754D07}">
      <dsp:nvSpPr>
        <dsp:cNvPr id="0" name=""/>
        <dsp:cNvSpPr/>
      </dsp:nvSpPr>
      <dsp:spPr>
        <a:xfrm>
          <a:off x="5841914" y="2732917"/>
          <a:ext cx="4320000" cy="11066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fr-FR" sz="1500" kern="1200"/>
            <a:t>Visualisez la progression de chaque élève</a:t>
          </a:r>
          <a:endParaRPr lang="en-US" sz="1500" kern="1200"/>
        </a:p>
        <a:p>
          <a:pPr marL="0" lvl="0" indent="0" algn="ctr" defTabSz="666750">
            <a:lnSpc>
              <a:spcPct val="90000"/>
            </a:lnSpc>
            <a:spcBef>
              <a:spcPct val="0"/>
            </a:spcBef>
            <a:spcAft>
              <a:spcPct val="35000"/>
            </a:spcAft>
            <a:buNone/>
          </a:pPr>
          <a:r>
            <a:rPr lang="fr-FR" sz="1500" kern="1200"/>
            <a:t>Notez les techniques maîtrisées et à travailler</a:t>
          </a:r>
          <a:endParaRPr lang="en-US" sz="1500" kern="1200"/>
        </a:p>
        <a:p>
          <a:pPr marL="0" lvl="0" indent="0" algn="ctr" defTabSz="666750">
            <a:lnSpc>
              <a:spcPct val="90000"/>
            </a:lnSpc>
            <a:spcBef>
              <a:spcPct val="0"/>
            </a:spcBef>
            <a:spcAft>
              <a:spcPct val="35000"/>
            </a:spcAft>
            <a:buNone/>
          </a:pPr>
          <a:r>
            <a:rPr lang="fr-FR" sz="1500" kern="1200"/>
            <a:t>Planifiez les passages de grade</a:t>
          </a:r>
          <a:endParaRPr lang="en-US" sz="1500" kern="1200"/>
        </a:p>
        <a:p>
          <a:pPr marL="0" lvl="0" indent="0" algn="ctr" defTabSz="666750">
            <a:lnSpc>
              <a:spcPct val="90000"/>
            </a:lnSpc>
            <a:spcBef>
              <a:spcPct val="0"/>
            </a:spcBef>
            <a:spcAft>
              <a:spcPct val="35000"/>
            </a:spcAft>
            <a:buNone/>
          </a:pPr>
          <a:r>
            <a:rPr lang="fr-FR" sz="1500" kern="1200"/>
            <a:t>Partagez des vidéos techniques avec vos élèves</a:t>
          </a:r>
          <a:endParaRPr lang="en-US" sz="1500" kern="1200"/>
        </a:p>
      </dsp:txBody>
      <dsp:txXfrm>
        <a:off x="5841914" y="2732917"/>
        <a:ext cx="4320000" cy="11066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F4A867-4E73-4FAF-B90D-05BBB58D6EC8}">
      <dsp:nvSpPr>
        <dsp:cNvPr id="0" name=""/>
        <dsp:cNvSpPr/>
      </dsp:nvSpPr>
      <dsp:spPr>
        <a:xfrm>
          <a:off x="68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F0E180-33CB-4F0A-888E-6917A8B319EC}">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05F7F8-152A-4A76-A2E0-BCAE76CC9337}">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Accédez à une base documentaire structurée pour votre discipline </a:t>
          </a:r>
          <a:endParaRPr lang="en-US" sz="1200" kern="1200"/>
        </a:p>
      </dsp:txBody>
      <dsp:txXfrm>
        <a:off x="333914" y="2456402"/>
        <a:ext cx="1800000" cy="720000"/>
      </dsp:txXfrm>
    </dsp:sp>
    <dsp:sp modelId="{B58044ED-130B-4427-94B5-4AD2447FEFFA}">
      <dsp:nvSpPr>
        <dsp:cNvPr id="0" name=""/>
        <dsp:cNvSpPr/>
      </dsp:nvSpPr>
      <dsp:spPr>
        <a:xfrm>
          <a:off x="279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8B3074-4B16-4BAB-8C89-D17AB6DEDFBB}">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8D2B6F-104E-4F3E-97BC-9FB2FB668733}">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Partagez des vidéos techniques avec annotations </a:t>
          </a:r>
          <a:endParaRPr lang="en-US" sz="1200" kern="1200"/>
        </a:p>
      </dsp:txBody>
      <dsp:txXfrm>
        <a:off x="2448914" y="2456402"/>
        <a:ext cx="1800000" cy="720000"/>
      </dsp:txXfrm>
    </dsp:sp>
    <dsp:sp modelId="{A61B2C3A-053D-44CB-90B3-B0E325951F52}">
      <dsp:nvSpPr>
        <dsp:cNvPr id="0" name=""/>
        <dsp:cNvSpPr/>
      </dsp:nvSpPr>
      <dsp:spPr>
        <a:xfrm>
          <a:off x="491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16798E-FC4C-4D46-99A4-75932CC9C040}">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A14DB4-9C6D-44FF-B83F-97D246DDD28C}">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Stockez des diagrammes de mouvements et syllabus techniques </a:t>
          </a:r>
          <a:endParaRPr lang="en-US" sz="1200" kern="1200"/>
        </a:p>
      </dsp:txBody>
      <dsp:txXfrm>
        <a:off x="4563914" y="2456402"/>
        <a:ext cx="1800000" cy="720000"/>
      </dsp:txXfrm>
    </dsp:sp>
    <dsp:sp modelId="{FFBE3838-A00E-4266-A80C-79E5681DE351}">
      <dsp:nvSpPr>
        <dsp:cNvPr id="0" name=""/>
        <dsp:cNvSpPr/>
      </dsp:nvSpPr>
      <dsp:spPr>
        <a:xfrm>
          <a:off x="702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2346EC-8DBE-4C9C-8F37-7416C4EEACAD}">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EEAE35-7FF2-4C1B-9A5A-6E54CB31861E}">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Créez des programmes d'entraînement personnalisés </a:t>
          </a:r>
          <a:endParaRPr lang="en-US" sz="1200" kern="1200"/>
        </a:p>
      </dsp:txBody>
      <dsp:txXfrm>
        <a:off x="6678914" y="2456402"/>
        <a:ext cx="1800000" cy="720000"/>
      </dsp:txXfrm>
    </dsp:sp>
    <dsp:sp modelId="{1AD9CC0B-3A84-44A6-9161-9B05DCB770B6}">
      <dsp:nvSpPr>
        <dsp:cNvPr id="0" name=""/>
        <dsp:cNvSpPr/>
      </dsp:nvSpPr>
      <dsp:spPr>
        <a:xfrm>
          <a:off x="914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FF486E-D660-4ACF-A37D-1C27ACD875F9}">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1CA11D-099C-4521-AA6C-3C1EEAF89C1D}">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Organisez vos documents par niveaux et catégories </a:t>
          </a:r>
          <a:endParaRPr lang="en-US" sz="1200" kern="1200"/>
        </a:p>
      </dsp:txBody>
      <dsp:txXfrm>
        <a:off x="8793914" y="2456402"/>
        <a:ext cx="180000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457F96-FE35-48C5-86E6-A8F1C5819C02}">
      <dsp:nvSpPr>
        <dsp:cNvPr id="0" name=""/>
        <dsp:cNvSpPr/>
      </dsp:nvSpPr>
      <dsp:spPr>
        <a:xfrm>
          <a:off x="0" y="332222"/>
          <a:ext cx="10927829" cy="8108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Identifiez les compétitions adaptées à vos élèves </a:t>
          </a:r>
          <a:endParaRPr lang="en-US" sz="3300" kern="1200"/>
        </a:p>
      </dsp:txBody>
      <dsp:txXfrm>
        <a:off x="39580" y="371802"/>
        <a:ext cx="10848669" cy="731650"/>
      </dsp:txXfrm>
    </dsp:sp>
    <dsp:sp modelId="{43683359-113C-44CD-B6D8-771A4F8B449F}">
      <dsp:nvSpPr>
        <dsp:cNvPr id="0" name=""/>
        <dsp:cNvSpPr/>
      </dsp:nvSpPr>
      <dsp:spPr>
        <a:xfrm>
          <a:off x="0" y="1238072"/>
          <a:ext cx="10927829" cy="81081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Gérez les inscriptions en quelques clics </a:t>
          </a:r>
          <a:endParaRPr lang="en-US" sz="3300" kern="1200"/>
        </a:p>
      </dsp:txBody>
      <dsp:txXfrm>
        <a:off x="39580" y="1277652"/>
        <a:ext cx="10848669" cy="731650"/>
      </dsp:txXfrm>
    </dsp:sp>
    <dsp:sp modelId="{0AA59F7B-88F9-4872-9944-02F587BB176F}">
      <dsp:nvSpPr>
        <dsp:cNvPr id="0" name=""/>
        <dsp:cNvSpPr/>
      </dsp:nvSpPr>
      <dsp:spPr>
        <a:xfrm>
          <a:off x="0" y="2143922"/>
          <a:ext cx="10927829" cy="81081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Suivez les résultats et statistiques </a:t>
          </a:r>
          <a:endParaRPr lang="en-US" sz="3300" kern="1200"/>
        </a:p>
      </dsp:txBody>
      <dsp:txXfrm>
        <a:off x="39580" y="2183502"/>
        <a:ext cx="10848669" cy="731650"/>
      </dsp:txXfrm>
    </dsp:sp>
    <dsp:sp modelId="{9E92EA77-0B74-45E5-BC83-895457BF4AFE}">
      <dsp:nvSpPr>
        <dsp:cNvPr id="0" name=""/>
        <dsp:cNvSpPr/>
      </dsp:nvSpPr>
      <dsp:spPr>
        <a:xfrm>
          <a:off x="0" y="3049772"/>
          <a:ext cx="10927829" cy="81081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Analysez les performances pour améliorer l'entraînement </a:t>
          </a:r>
          <a:endParaRPr lang="en-US" sz="3300" kern="1200"/>
        </a:p>
      </dsp:txBody>
      <dsp:txXfrm>
        <a:off x="39580" y="3089352"/>
        <a:ext cx="10848669" cy="73165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5DDE32-A447-4FE8-8CA6-2DD8983BA222}">
      <dsp:nvSpPr>
        <dsp:cNvPr id="0" name=""/>
        <dsp:cNvSpPr/>
      </dsp:nvSpPr>
      <dsp:spPr>
        <a:xfrm>
          <a:off x="0" y="546062"/>
          <a:ext cx="10927829" cy="71253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FR" sz="2900" b="0" i="0" kern="1200" baseline="0"/>
            <a:t>Envoyez des messages groupés ou individuels </a:t>
          </a:r>
          <a:endParaRPr lang="en-US" sz="2900" kern="1200"/>
        </a:p>
      </dsp:txBody>
      <dsp:txXfrm>
        <a:off x="34783" y="580845"/>
        <a:ext cx="10858263" cy="642964"/>
      </dsp:txXfrm>
    </dsp:sp>
    <dsp:sp modelId="{1E34DA4C-61C2-4A1A-81E5-281F3D17ECA5}">
      <dsp:nvSpPr>
        <dsp:cNvPr id="0" name=""/>
        <dsp:cNvSpPr/>
      </dsp:nvSpPr>
      <dsp:spPr>
        <a:xfrm>
          <a:off x="0" y="1342112"/>
          <a:ext cx="10927829" cy="71253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FR" sz="2900" b="0" i="0" kern="1200" baseline="0"/>
            <a:t>Partagez des plans d'entraînement personnalisés </a:t>
          </a:r>
          <a:endParaRPr lang="en-US" sz="2900" kern="1200"/>
        </a:p>
      </dsp:txBody>
      <dsp:txXfrm>
        <a:off x="34783" y="1376895"/>
        <a:ext cx="10858263" cy="642964"/>
      </dsp:txXfrm>
    </dsp:sp>
    <dsp:sp modelId="{60160FB7-2B59-46E7-89A7-57912858C935}">
      <dsp:nvSpPr>
        <dsp:cNvPr id="0" name=""/>
        <dsp:cNvSpPr/>
      </dsp:nvSpPr>
      <dsp:spPr>
        <a:xfrm>
          <a:off x="0" y="2138162"/>
          <a:ext cx="10927829" cy="71253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FR" sz="2900" b="0" i="0" kern="1200" baseline="0"/>
            <a:t>Recevez les questions et feedbacks directement dans l'app </a:t>
          </a:r>
          <a:endParaRPr lang="en-US" sz="2900" kern="1200"/>
        </a:p>
      </dsp:txBody>
      <dsp:txXfrm>
        <a:off x="34783" y="2172945"/>
        <a:ext cx="10858263" cy="642964"/>
      </dsp:txXfrm>
    </dsp:sp>
    <dsp:sp modelId="{0C65A62F-DA3A-496B-9440-4C678A0E2A14}">
      <dsp:nvSpPr>
        <dsp:cNvPr id="0" name=""/>
        <dsp:cNvSpPr/>
      </dsp:nvSpPr>
      <dsp:spPr>
        <a:xfrm>
          <a:off x="0" y="2934212"/>
          <a:ext cx="10927829" cy="71253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FR" sz="2900" b="0" i="0" kern="1200" baseline="0"/>
            <a:t>Créez une véritable communauté numérique autour de votre club </a:t>
          </a:r>
          <a:endParaRPr lang="en-US" sz="2900" kern="1200"/>
        </a:p>
      </dsp:txBody>
      <dsp:txXfrm>
        <a:off x="34783" y="2968995"/>
        <a:ext cx="10858263" cy="64296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42E625-4CBF-4EDA-A1A5-321281291E95}">
      <dsp:nvSpPr>
        <dsp:cNvPr id="0" name=""/>
        <dsp:cNvSpPr/>
      </dsp:nvSpPr>
      <dsp:spPr>
        <a:xfrm>
          <a:off x="2173131" y="27123"/>
          <a:ext cx="1510523" cy="14347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5B705D-CCCA-45F1-AA22-086E71E1A29C}">
      <dsp:nvSpPr>
        <dsp:cNvPr id="0" name=""/>
        <dsp:cNvSpPr/>
      </dsp:nvSpPr>
      <dsp:spPr>
        <a:xfrm>
          <a:off x="770502" y="1633152"/>
          <a:ext cx="4315781" cy="614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b="1"/>
          </a:pPr>
          <a:r>
            <a:rPr lang="fr-FR" sz="2100" b="1" kern="1200"/>
            <a:t>Une vision globale, une gestion locale !</a:t>
          </a:r>
          <a:endParaRPr lang="en-US" sz="2100" kern="1200"/>
        </a:p>
      </dsp:txBody>
      <dsp:txXfrm>
        <a:off x="770502" y="1633152"/>
        <a:ext cx="4315781" cy="614905"/>
      </dsp:txXfrm>
    </dsp:sp>
    <dsp:sp modelId="{AFC7A38B-9BE5-455A-BB80-C88084E3C9B4}">
      <dsp:nvSpPr>
        <dsp:cNvPr id="0" name=""/>
        <dsp:cNvSpPr/>
      </dsp:nvSpPr>
      <dsp:spPr>
        <a:xfrm>
          <a:off x="770502" y="2327708"/>
          <a:ext cx="4315781" cy="1837972"/>
        </a:xfrm>
        <a:prstGeom prst="rect">
          <a:avLst/>
        </a:prstGeom>
        <a:noFill/>
        <a:ln>
          <a:noFill/>
        </a:ln>
        <a:effectLst/>
      </dsp:spPr>
      <dsp:style>
        <a:lnRef idx="0">
          <a:scrgbClr r="0" g="0" b="0"/>
        </a:lnRef>
        <a:fillRef idx="0">
          <a:scrgbClr r="0" g="0" b="0"/>
        </a:fillRef>
        <a:effectRef idx="0">
          <a:scrgbClr r="0" g="0" b="0"/>
        </a:effectRef>
        <a:fontRef idx="minor"/>
      </dsp:style>
    </dsp:sp>
    <dsp:sp modelId="{551AA00E-9780-44D8-84DB-7AB4E51CEA6D}">
      <dsp:nvSpPr>
        <dsp:cNvPr id="0" name=""/>
        <dsp:cNvSpPr/>
      </dsp:nvSpPr>
      <dsp:spPr>
        <a:xfrm>
          <a:off x="7244174" y="27123"/>
          <a:ext cx="1510523" cy="14347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3A80DB-E66E-4C9B-99BF-E7723683B5DA}">
      <dsp:nvSpPr>
        <dsp:cNvPr id="0" name=""/>
        <dsp:cNvSpPr/>
      </dsp:nvSpPr>
      <dsp:spPr>
        <a:xfrm>
          <a:off x="5841545" y="1633152"/>
          <a:ext cx="4315781" cy="6149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90000"/>
            </a:lnSpc>
            <a:spcBef>
              <a:spcPct val="0"/>
            </a:spcBef>
            <a:spcAft>
              <a:spcPct val="35000"/>
            </a:spcAft>
            <a:buNone/>
            <a:defRPr b="1"/>
          </a:pPr>
          <a:r>
            <a:rPr lang="fr-FR" sz="2100" b="1" kern="1200"/>
            <a:t>Gestion unifiée des clubs affiliés</a:t>
          </a:r>
          <a:endParaRPr lang="en-US" sz="2100" kern="1200"/>
        </a:p>
      </dsp:txBody>
      <dsp:txXfrm>
        <a:off x="5841545" y="1633152"/>
        <a:ext cx="4315781" cy="614905"/>
      </dsp:txXfrm>
    </dsp:sp>
    <dsp:sp modelId="{C479A7C9-13E2-4439-9756-0A87EC499C43}">
      <dsp:nvSpPr>
        <dsp:cNvPr id="0" name=""/>
        <dsp:cNvSpPr/>
      </dsp:nvSpPr>
      <dsp:spPr>
        <a:xfrm>
          <a:off x="5841545" y="2327708"/>
          <a:ext cx="4315781" cy="18379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fr-FR" sz="1600" kern="1200"/>
            <a:t>Suivez tous vos clubs affiliés sur une interface unique</a:t>
          </a:r>
          <a:endParaRPr lang="en-US" sz="1600" kern="1200"/>
        </a:p>
        <a:p>
          <a:pPr marL="0" lvl="0" indent="0" algn="ctr" defTabSz="711200">
            <a:lnSpc>
              <a:spcPct val="90000"/>
            </a:lnSpc>
            <a:spcBef>
              <a:spcPct val="0"/>
            </a:spcBef>
            <a:spcAft>
              <a:spcPct val="35000"/>
            </a:spcAft>
            <a:buNone/>
          </a:pPr>
          <a:r>
            <a:rPr lang="fr-FR" sz="1600" kern="1200"/>
            <a:t>Gérez les demandes d'affiliation en ligne</a:t>
          </a:r>
          <a:endParaRPr lang="en-US" sz="1600" kern="1200"/>
        </a:p>
        <a:p>
          <a:pPr marL="0" lvl="0" indent="0" algn="ctr" defTabSz="711200">
            <a:lnSpc>
              <a:spcPct val="90000"/>
            </a:lnSpc>
            <a:spcBef>
              <a:spcPct val="0"/>
            </a:spcBef>
            <a:spcAft>
              <a:spcPct val="35000"/>
            </a:spcAft>
            <a:buNone/>
          </a:pPr>
          <a:r>
            <a:rPr lang="fr-FR" sz="1600" kern="1200"/>
            <a:t>Visualisez les statistiques par région, discipline ou catégorie</a:t>
          </a:r>
          <a:endParaRPr lang="en-US" sz="1600" kern="1200"/>
        </a:p>
        <a:p>
          <a:pPr marL="0" lvl="0" indent="0" algn="ctr" defTabSz="711200">
            <a:lnSpc>
              <a:spcPct val="90000"/>
            </a:lnSpc>
            <a:spcBef>
              <a:spcPct val="0"/>
            </a:spcBef>
            <a:spcAft>
              <a:spcPct val="35000"/>
            </a:spcAft>
            <a:buNone/>
          </a:pPr>
          <a:r>
            <a:rPr lang="fr-FR" sz="1600" kern="1200"/>
            <a:t>Communiquez facilement avec l'ensemble du réseau</a:t>
          </a:r>
          <a:endParaRPr lang="en-US" sz="1600" kern="1200"/>
        </a:p>
      </dsp:txBody>
      <dsp:txXfrm>
        <a:off x="5841545" y="2327708"/>
        <a:ext cx="4315781" cy="183797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0B45E-6DA2-4361-A54B-2B4350634887}">
      <dsp:nvSpPr>
        <dsp:cNvPr id="0" name=""/>
        <dsp:cNvSpPr/>
      </dsp:nvSpPr>
      <dsp:spPr>
        <a:xfrm>
          <a:off x="68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20C34A-EBD1-48BE-AACE-99929B49932F}">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10E424-9011-4039-AA48-4258241A0388}">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Centralisez tous les documents officiels de la fédération </a:t>
          </a:r>
          <a:endParaRPr lang="en-US" sz="1200" kern="1200"/>
        </a:p>
      </dsp:txBody>
      <dsp:txXfrm>
        <a:off x="333914" y="2456402"/>
        <a:ext cx="1800000" cy="720000"/>
      </dsp:txXfrm>
    </dsp:sp>
    <dsp:sp modelId="{6CF77BD8-58E1-4359-9E9E-1109DC13C45D}">
      <dsp:nvSpPr>
        <dsp:cNvPr id="0" name=""/>
        <dsp:cNvSpPr/>
      </dsp:nvSpPr>
      <dsp:spPr>
        <a:xfrm>
          <a:off x="279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0D7A23-0CAF-42DB-88F2-5C85ED6C55AF}">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254CB6-0D07-4B9F-8834-E91BE17133BD}">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Distribuez instantanément règlements et chartes aux clubs affiliés </a:t>
          </a:r>
          <a:endParaRPr lang="en-US" sz="1200" kern="1200"/>
        </a:p>
      </dsp:txBody>
      <dsp:txXfrm>
        <a:off x="2448914" y="2456402"/>
        <a:ext cx="1800000" cy="720000"/>
      </dsp:txXfrm>
    </dsp:sp>
    <dsp:sp modelId="{97B70ECB-697D-4253-B7C8-81834ECABF8F}">
      <dsp:nvSpPr>
        <dsp:cNvPr id="0" name=""/>
        <dsp:cNvSpPr/>
      </dsp:nvSpPr>
      <dsp:spPr>
        <a:xfrm>
          <a:off x="491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D0E9BC-C0E8-4739-ADF8-DC67A0A70DDD}">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499068-1760-4CA3-AB9D-4E0D0D1A71B6}">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Archivez résultats et rapports de compétitions </a:t>
          </a:r>
          <a:endParaRPr lang="en-US" sz="1200" kern="1200"/>
        </a:p>
      </dsp:txBody>
      <dsp:txXfrm>
        <a:off x="4563914" y="2456402"/>
        <a:ext cx="1800000" cy="720000"/>
      </dsp:txXfrm>
    </dsp:sp>
    <dsp:sp modelId="{1AC5E247-7652-45DB-9F11-5ADACEEDAFAD}">
      <dsp:nvSpPr>
        <dsp:cNvPr id="0" name=""/>
        <dsp:cNvSpPr/>
      </dsp:nvSpPr>
      <dsp:spPr>
        <a:xfrm>
          <a:off x="702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443898-2153-4ACB-A607-A726638EB891}">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FA10E0D-6A32-4FCE-BA69-4C83BC72FCF5}">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Gérez les documents de certification des juges et arbitres </a:t>
          </a:r>
          <a:endParaRPr lang="en-US" sz="1200" kern="1200"/>
        </a:p>
      </dsp:txBody>
      <dsp:txXfrm>
        <a:off x="6678914" y="2456402"/>
        <a:ext cx="1800000" cy="720000"/>
      </dsp:txXfrm>
    </dsp:sp>
    <dsp:sp modelId="{5C3917D9-05DE-42D8-8888-E70A4C2AB6FD}">
      <dsp:nvSpPr>
        <dsp:cNvPr id="0" name=""/>
        <dsp:cNvSpPr/>
      </dsp:nvSpPr>
      <dsp:spPr>
        <a:xfrm>
          <a:off x="914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0E0A85-E66E-40CC-9C45-6A9FF38D9061}">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5FBF06-61AD-4B7D-954B-6A7C78038318}">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Contrôlez précisément les droits d'accès à chaque document </a:t>
          </a:r>
          <a:endParaRPr lang="en-US" sz="1200" kern="1200"/>
        </a:p>
      </dsp:txBody>
      <dsp:txXfrm>
        <a:off x="8793914" y="2456402"/>
        <a:ext cx="1800000" cy="7200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79B394-9FDA-42CA-A4B7-22C2F40CB49C}">
      <dsp:nvSpPr>
        <dsp:cNvPr id="0" name=""/>
        <dsp:cNvSpPr/>
      </dsp:nvSpPr>
      <dsp:spPr>
        <a:xfrm>
          <a:off x="68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B91ABD-AE32-4CB6-8FD4-68FDDE9BE8A6}">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6E79AA-C20F-4E01-BA92-B2958D1C9D66}">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Collectez automatiquement les cotisations des clubs affiliés </a:t>
          </a:r>
          <a:endParaRPr lang="en-US" sz="1200" kern="1200"/>
        </a:p>
      </dsp:txBody>
      <dsp:txXfrm>
        <a:off x="333914" y="2456402"/>
        <a:ext cx="1800000" cy="720000"/>
      </dsp:txXfrm>
    </dsp:sp>
    <dsp:sp modelId="{28D613F8-167F-4F90-AE80-56BA803D2681}">
      <dsp:nvSpPr>
        <dsp:cNvPr id="0" name=""/>
        <dsp:cNvSpPr/>
      </dsp:nvSpPr>
      <dsp:spPr>
        <a:xfrm>
          <a:off x="279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7876CA-1876-4680-B693-999FB7A37136}">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925887-AB07-41F0-84B9-BD910B464015}">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Générez des factures et reçus officiels instantanément </a:t>
          </a:r>
          <a:endParaRPr lang="en-US" sz="1200" kern="1200"/>
        </a:p>
      </dsp:txBody>
      <dsp:txXfrm>
        <a:off x="2448914" y="2456402"/>
        <a:ext cx="1800000" cy="720000"/>
      </dsp:txXfrm>
    </dsp:sp>
    <dsp:sp modelId="{93A133F7-CFE9-4FFD-82EE-B37EF6C646ED}">
      <dsp:nvSpPr>
        <dsp:cNvPr id="0" name=""/>
        <dsp:cNvSpPr/>
      </dsp:nvSpPr>
      <dsp:spPr>
        <a:xfrm>
          <a:off x="491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D25202-5479-45C6-A490-980461D751BD}">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FD19DC-20F6-4107-8490-8615CDF0E908}">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Suivez les licences et leur renouvellement </a:t>
          </a:r>
          <a:endParaRPr lang="en-US" sz="1200" kern="1200"/>
        </a:p>
      </dsp:txBody>
      <dsp:txXfrm>
        <a:off x="4563914" y="2456402"/>
        <a:ext cx="1800000" cy="720000"/>
      </dsp:txXfrm>
    </dsp:sp>
    <dsp:sp modelId="{1ACAEFE3-AC20-473C-A2B3-90B5546D230B}">
      <dsp:nvSpPr>
        <dsp:cNvPr id="0" name=""/>
        <dsp:cNvSpPr/>
      </dsp:nvSpPr>
      <dsp:spPr>
        <a:xfrm>
          <a:off x="702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4DC3CF-3AC9-4D56-853E-B4F7B5B0ACE7}">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5228A9-F0C3-46A8-8B84-CF0C390E09DB}">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Gérez votre budget avec des tableaux de bord financiers complets </a:t>
          </a:r>
          <a:endParaRPr lang="en-US" sz="1200" kern="1200"/>
        </a:p>
      </dsp:txBody>
      <dsp:txXfrm>
        <a:off x="6678914" y="2456402"/>
        <a:ext cx="1800000" cy="720000"/>
      </dsp:txXfrm>
    </dsp:sp>
    <dsp:sp modelId="{6CD7E8A3-1C22-41AD-8B20-7BCD423E85E4}">
      <dsp:nvSpPr>
        <dsp:cNvPr id="0" name=""/>
        <dsp:cNvSpPr/>
      </dsp:nvSpPr>
      <dsp:spPr>
        <a:xfrm>
          <a:off x="914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9C2BB3-F3C5-45E4-BC72-C84491104E02}">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A1E4D9-F4CC-4426-ABB5-903BBA307786}">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Contrôlez les frais d'arbitrage et d'organisation des compétitions </a:t>
          </a:r>
          <a:endParaRPr lang="en-US" sz="1200" kern="1200"/>
        </a:p>
      </dsp:txBody>
      <dsp:txXfrm>
        <a:off x="8793914" y="2456402"/>
        <a:ext cx="1800000" cy="7200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694FE-8374-420B-B358-138D8CE4D2EF}">
      <dsp:nvSpPr>
        <dsp:cNvPr id="0" name=""/>
        <dsp:cNvSpPr/>
      </dsp:nvSpPr>
      <dsp:spPr>
        <a:xfrm>
          <a:off x="68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AB401C-5264-4398-B00B-03B881F0E023}">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FA0CBD-DBA0-4204-8F14-A792364684CC}">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Proposez du matériel officiel et des publications </a:t>
          </a:r>
          <a:endParaRPr lang="en-US" sz="1200" kern="1200"/>
        </a:p>
      </dsp:txBody>
      <dsp:txXfrm>
        <a:off x="333914" y="2456402"/>
        <a:ext cx="1800000" cy="720000"/>
      </dsp:txXfrm>
    </dsp:sp>
    <dsp:sp modelId="{D7039FBB-B3B1-4594-9A11-2CDA34472E8A}">
      <dsp:nvSpPr>
        <dsp:cNvPr id="0" name=""/>
        <dsp:cNvSpPr/>
      </dsp:nvSpPr>
      <dsp:spPr>
        <a:xfrm>
          <a:off x="279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6E9D55-EAD7-45EC-9709-FDD7FD3B7A08}">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8C246C5-ED7E-4E7C-93D6-BDC1106208FA}">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Gérez les commandes groupées pour les clubs affiliés </a:t>
          </a:r>
          <a:endParaRPr lang="en-US" sz="1200" kern="1200"/>
        </a:p>
      </dsp:txBody>
      <dsp:txXfrm>
        <a:off x="2448914" y="2456402"/>
        <a:ext cx="1800000" cy="720000"/>
      </dsp:txXfrm>
    </dsp:sp>
    <dsp:sp modelId="{925C9DD7-55FD-4F3C-9598-34D2343A9AA8}">
      <dsp:nvSpPr>
        <dsp:cNvPr id="0" name=""/>
        <dsp:cNvSpPr/>
      </dsp:nvSpPr>
      <dsp:spPr>
        <a:xfrm>
          <a:off x="491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D2D57-49A4-42B9-AD36-4C3BEDED4808}">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F713B3-7F3D-4D0F-80FE-A343986AB3ED}">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Offrez des produits dérivés à l'effigie de votre fédération </a:t>
          </a:r>
          <a:endParaRPr lang="en-US" sz="1200" kern="1200"/>
        </a:p>
      </dsp:txBody>
      <dsp:txXfrm>
        <a:off x="4563914" y="2456402"/>
        <a:ext cx="1800000" cy="720000"/>
      </dsp:txXfrm>
    </dsp:sp>
    <dsp:sp modelId="{99D19A2B-5C9A-46F4-9E9F-AF234FA41F0B}">
      <dsp:nvSpPr>
        <dsp:cNvPr id="0" name=""/>
        <dsp:cNvSpPr/>
      </dsp:nvSpPr>
      <dsp:spPr>
        <a:xfrm>
          <a:off x="7029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9932EF-E0DC-429E-8141-D92ADFDD4A46}">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CDD79A-4B6D-4948-B114-0C168D7DAA44}">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Analysez les performances de vente par catégorie et région </a:t>
          </a:r>
          <a:endParaRPr lang="en-US" sz="1200" kern="1200"/>
        </a:p>
      </dsp:txBody>
      <dsp:txXfrm>
        <a:off x="6678914" y="2456402"/>
        <a:ext cx="1800000" cy="720000"/>
      </dsp:txXfrm>
    </dsp:sp>
    <dsp:sp modelId="{EC2CB0D7-7112-4ACB-BCD5-94697D3FCB8C}">
      <dsp:nvSpPr>
        <dsp:cNvPr id="0" name=""/>
        <dsp:cNvSpPr/>
      </dsp:nvSpPr>
      <dsp:spPr>
        <a:xfrm>
          <a:off x="9144914" y="1016402"/>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D41EAA-6DA9-49DD-B277-0652967901F8}">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389760-A826-4B8F-8933-845738E40DE8}">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Contrôlez les marges et stocks depuis une interface intuitive </a:t>
          </a:r>
          <a:endParaRPr lang="en-US" sz="1200" kern="1200"/>
        </a:p>
      </dsp:txBody>
      <dsp:txXfrm>
        <a:off x="8793914" y="2456402"/>
        <a:ext cx="1800000" cy="72000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9341AA-7848-4253-88B7-A33CBD979FC2}">
      <dsp:nvSpPr>
        <dsp:cNvPr id="0" name=""/>
        <dsp:cNvSpPr/>
      </dsp:nvSpPr>
      <dsp:spPr>
        <a:xfrm>
          <a:off x="562927" y="788206"/>
          <a:ext cx="1445998" cy="144599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40383F-08A5-4358-8D51-BB1B062471A4}">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657BA8-47F1-48C7-8551-1F2FB6F6A535}">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fr-FR" sz="1400" b="0" i="0" kern="1200" baseline="0"/>
            <a:t>Créez et gérez des compétitions de toute envergure </a:t>
          </a:r>
          <a:endParaRPr lang="en-US" sz="1400" kern="1200"/>
        </a:p>
      </dsp:txBody>
      <dsp:txXfrm>
        <a:off x="100682" y="2684598"/>
        <a:ext cx="2370489" cy="720000"/>
      </dsp:txXfrm>
    </dsp:sp>
    <dsp:sp modelId="{1BDBBD57-80A9-4FCC-BD9F-16FCDE579958}">
      <dsp:nvSpPr>
        <dsp:cNvPr id="0" name=""/>
        <dsp:cNvSpPr/>
      </dsp:nvSpPr>
      <dsp:spPr>
        <a:xfrm>
          <a:off x="3348252" y="788206"/>
          <a:ext cx="1445998" cy="144599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0DE90F-1E2A-42A7-8FFE-5708217A5A4C}">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D2B7A18-381B-426C-AB44-8C19CE90800D}">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fr-FR" sz="1400" b="0" i="0" kern="1200" baseline="0"/>
            <a:t>Automatisez le processus d'inscription et de validation </a:t>
          </a:r>
          <a:endParaRPr lang="en-US" sz="1400" kern="1200"/>
        </a:p>
      </dsp:txBody>
      <dsp:txXfrm>
        <a:off x="2886007" y="2684598"/>
        <a:ext cx="2370489" cy="720000"/>
      </dsp:txXfrm>
    </dsp:sp>
    <dsp:sp modelId="{C9CE68A9-25E9-4F05-B78F-68293D2BDDB7}">
      <dsp:nvSpPr>
        <dsp:cNvPr id="0" name=""/>
        <dsp:cNvSpPr/>
      </dsp:nvSpPr>
      <dsp:spPr>
        <a:xfrm>
          <a:off x="6133577" y="788206"/>
          <a:ext cx="1445998" cy="144599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19559C-38D8-4E9F-8322-350A672DC6F4}">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3E454A-B6E9-4C27-9A90-680AB2F283FC}">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fr-FR" sz="1400" b="0" i="0" kern="1200" baseline="0"/>
            <a:t>Générez les tableaux de compétition et ordres de passage </a:t>
          </a:r>
          <a:endParaRPr lang="en-US" sz="1400" kern="1200"/>
        </a:p>
      </dsp:txBody>
      <dsp:txXfrm>
        <a:off x="5671332" y="2684598"/>
        <a:ext cx="2370489" cy="720000"/>
      </dsp:txXfrm>
    </dsp:sp>
    <dsp:sp modelId="{42D52D57-9A6E-4214-80E1-0E9534293ACE}">
      <dsp:nvSpPr>
        <dsp:cNvPr id="0" name=""/>
        <dsp:cNvSpPr/>
      </dsp:nvSpPr>
      <dsp:spPr>
        <a:xfrm>
          <a:off x="8918902" y="788206"/>
          <a:ext cx="1445998" cy="144599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4FFBC8-3016-41C8-AA37-57184AD23979}">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5634F7-2B63-42D7-8DDA-9B4FE5BCBF06}">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fr-FR" sz="1400" b="0" i="0" kern="1200" baseline="0"/>
            <a:t>Publiez les résultats en temps réel </a:t>
          </a:r>
          <a:endParaRPr lang="en-US" sz="1400" kern="1200"/>
        </a:p>
      </dsp:txBody>
      <dsp:txXfrm>
        <a:off x="8456657" y="2684598"/>
        <a:ext cx="2370489" cy="7200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CC00F9-C20F-490C-9C62-816DBFCC40E9}">
      <dsp:nvSpPr>
        <dsp:cNvPr id="0" name=""/>
        <dsp:cNvSpPr/>
      </dsp:nvSpPr>
      <dsp:spPr>
        <a:xfrm>
          <a:off x="0" y="11462"/>
          <a:ext cx="10927829" cy="95823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b="0" i="0" kern="1200" baseline="0"/>
            <a:t>Définissez les critères de passage de grade </a:t>
          </a:r>
          <a:endParaRPr lang="en-US" sz="3900" kern="1200"/>
        </a:p>
      </dsp:txBody>
      <dsp:txXfrm>
        <a:off x="46777" y="58239"/>
        <a:ext cx="10834275" cy="864676"/>
      </dsp:txXfrm>
    </dsp:sp>
    <dsp:sp modelId="{0690400A-0C60-4165-91B1-7E4E6EC161E2}">
      <dsp:nvSpPr>
        <dsp:cNvPr id="0" name=""/>
        <dsp:cNvSpPr/>
      </dsp:nvSpPr>
      <dsp:spPr>
        <a:xfrm>
          <a:off x="0" y="1082012"/>
          <a:ext cx="10927829" cy="95823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b="0" i="0" kern="1200" baseline="0"/>
            <a:t>Validez les promotions proposées par les clubs </a:t>
          </a:r>
          <a:endParaRPr lang="en-US" sz="3900" kern="1200"/>
        </a:p>
      </dsp:txBody>
      <dsp:txXfrm>
        <a:off x="46777" y="1128789"/>
        <a:ext cx="10834275" cy="864676"/>
      </dsp:txXfrm>
    </dsp:sp>
    <dsp:sp modelId="{F71540DF-BD13-44CF-9D70-F11D5FF803DF}">
      <dsp:nvSpPr>
        <dsp:cNvPr id="0" name=""/>
        <dsp:cNvSpPr/>
      </dsp:nvSpPr>
      <dsp:spPr>
        <a:xfrm>
          <a:off x="0" y="2152562"/>
          <a:ext cx="10927829" cy="95823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b="0" i="0" kern="1200" baseline="0"/>
            <a:t>Gérez les formations des instructeurs et arbitres </a:t>
          </a:r>
          <a:endParaRPr lang="en-US" sz="3900" kern="1200"/>
        </a:p>
      </dsp:txBody>
      <dsp:txXfrm>
        <a:off x="46777" y="2199339"/>
        <a:ext cx="10834275" cy="864676"/>
      </dsp:txXfrm>
    </dsp:sp>
    <dsp:sp modelId="{C6985B6D-A9B6-42FE-988B-BD9F07044B82}">
      <dsp:nvSpPr>
        <dsp:cNvPr id="0" name=""/>
        <dsp:cNvSpPr/>
      </dsp:nvSpPr>
      <dsp:spPr>
        <a:xfrm>
          <a:off x="0" y="3223112"/>
          <a:ext cx="10927829" cy="95823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b="0" i="0" kern="1200" baseline="0"/>
            <a:t>Maintenez un registre central des grades officiels </a:t>
          </a:r>
          <a:endParaRPr lang="en-US" sz="3900" kern="1200"/>
        </a:p>
      </dsp:txBody>
      <dsp:txXfrm>
        <a:off x="46777" y="3269889"/>
        <a:ext cx="10834275" cy="86467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F33041-3E07-440B-944E-E3642A67951B}">
      <dsp:nvSpPr>
        <dsp:cNvPr id="0" name=""/>
        <dsp:cNvSpPr/>
      </dsp:nvSpPr>
      <dsp:spPr>
        <a:xfrm>
          <a:off x="0" y="70745"/>
          <a:ext cx="5508710" cy="127296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b="0" i="0" kern="1200" baseline="0"/>
            <a:t>Accédez instantanément aux règlements officiels </a:t>
          </a:r>
          <a:endParaRPr lang="en-US" sz="3200" kern="1200"/>
        </a:p>
      </dsp:txBody>
      <dsp:txXfrm>
        <a:off x="62141" y="132886"/>
        <a:ext cx="5384428" cy="1148678"/>
      </dsp:txXfrm>
    </dsp:sp>
    <dsp:sp modelId="{A7397251-01C8-44C0-A02F-3F8F045CFA70}">
      <dsp:nvSpPr>
        <dsp:cNvPr id="0" name=""/>
        <dsp:cNvSpPr/>
      </dsp:nvSpPr>
      <dsp:spPr>
        <a:xfrm>
          <a:off x="0" y="1435865"/>
          <a:ext cx="5508710" cy="127296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b="0" i="0" kern="1200" baseline="0"/>
            <a:t>Consultez les précédents des compétiteurs </a:t>
          </a:r>
          <a:endParaRPr lang="en-US" sz="3200" kern="1200"/>
        </a:p>
      </dsp:txBody>
      <dsp:txXfrm>
        <a:off x="62141" y="1498006"/>
        <a:ext cx="5384428" cy="1148678"/>
      </dsp:txXfrm>
    </dsp:sp>
    <dsp:sp modelId="{8CE784F3-ACAA-4F8D-8361-5275DB6A08DE}">
      <dsp:nvSpPr>
        <dsp:cNvPr id="0" name=""/>
        <dsp:cNvSpPr/>
      </dsp:nvSpPr>
      <dsp:spPr>
        <a:xfrm>
          <a:off x="0" y="2800986"/>
          <a:ext cx="5508710" cy="127296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b="0" i="0" kern="1200" baseline="0"/>
            <a:t>Utilisez des chronomètres et compteurs intégrés </a:t>
          </a:r>
          <a:endParaRPr lang="en-US" sz="3200" kern="1200"/>
        </a:p>
      </dsp:txBody>
      <dsp:txXfrm>
        <a:off x="62141" y="2863127"/>
        <a:ext cx="5384428" cy="1148678"/>
      </dsp:txXfrm>
    </dsp:sp>
    <dsp:sp modelId="{24921902-BF1F-4C21-BBFD-8C64A260BB9D}">
      <dsp:nvSpPr>
        <dsp:cNvPr id="0" name=""/>
        <dsp:cNvSpPr/>
      </dsp:nvSpPr>
      <dsp:spPr>
        <a:xfrm>
          <a:off x="0" y="4166106"/>
          <a:ext cx="5508710" cy="127296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b="0" i="0" kern="1200" baseline="0"/>
            <a:t>Bénéficiez d'une assistance vidéo si nécessaire </a:t>
          </a:r>
          <a:endParaRPr lang="en-US" sz="3200" kern="1200"/>
        </a:p>
      </dsp:txBody>
      <dsp:txXfrm>
        <a:off x="62141" y="4228247"/>
        <a:ext cx="5384428" cy="11486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5D8254-4479-449B-B3DC-FB26CB76A2DF}">
      <dsp:nvSpPr>
        <dsp:cNvPr id="0" name=""/>
        <dsp:cNvSpPr/>
      </dsp:nvSpPr>
      <dsp:spPr>
        <a:xfrm>
          <a:off x="2169914" y="24620"/>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502AD3-FDB0-44C5-9CC5-6F93733ADD48}">
      <dsp:nvSpPr>
        <dsp:cNvPr id="0" name=""/>
        <dsp:cNvSpPr/>
      </dsp:nvSpPr>
      <dsp:spPr>
        <a:xfrm>
          <a:off x="765914" y="171479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fr-FR" sz="2300" b="1" kern="1200"/>
            <a:t>Concentrez-vous sur votre progression !</a:t>
          </a:r>
          <a:endParaRPr lang="en-US" sz="2300" kern="1200"/>
        </a:p>
      </dsp:txBody>
      <dsp:txXfrm>
        <a:off x="765914" y="1714793"/>
        <a:ext cx="4320000" cy="648000"/>
      </dsp:txXfrm>
    </dsp:sp>
    <dsp:sp modelId="{F5C056A9-992C-4BCD-AF12-45F8158513CC}">
      <dsp:nvSpPr>
        <dsp:cNvPr id="0" name=""/>
        <dsp:cNvSpPr/>
      </dsp:nvSpPr>
      <dsp:spPr>
        <a:xfrm>
          <a:off x="765914" y="2445665"/>
          <a:ext cx="4320000" cy="1722519"/>
        </a:xfrm>
        <a:prstGeom prst="rect">
          <a:avLst/>
        </a:prstGeom>
        <a:noFill/>
        <a:ln>
          <a:noFill/>
        </a:ln>
        <a:effectLst/>
      </dsp:spPr>
      <dsp:style>
        <a:lnRef idx="0">
          <a:scrgbClr r="0" g="0" b="0"/>
        </a:lnRef>
        <a:fillRef idx="0">
          <a:scrgbClr r="0" g="0" b="0"/>
        </a:fillRef>
        <a:effectRef idx="0">
          <a:scrgbClr r="0" g="0" b="0"/>
        </a:effectRef>
        <a:fontRef idx="minor"/>
      </dsp:style>
    </dsp:sp>
    <dsp:sp modelId="{35AAA1BC-3D1A-4116-A94E-7C84AE48D614}">
      <dsp:nvSpPr>
        <dsp:cNvPr id="0" name=""/>
        <dsp:cNvSpPr/>
      </dsp:nvSpPr>
      <dsp:spPr>
        <a:xfrm>
          <a:off x="7245914" y="24620"/>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6E8C52-78B9-4AD5-A3FD-DAE1AAE8CECF}">
      <dsp:nvSpPr>
        <dsp:cNvPr id="0" name=""/>
        <dsp:cNvSpPr/>
      </dsp:nvSpPr>
      <dsp:spPr>
        <a:xfrm>
          <a:off x="5841914" y="171479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fr-FR" sz="2300" b="1" kern="1200"/>
            <a:t>Suivi personnel enrichi</a:t>
          </a:r>
          <a:endParaRPr lang="en-US" sz="2300" kern="1200"/>
        </a:p>
      </dsp:txBody>
      <dsp:txXfrm>
        <a:off x="5841914" y="1714793"/>
        <a:ext cx="4320000" cy="648000"/>
      </dsp:txXfrm>
    </dsp:sp>
    <dsp:sp modelId="{9AA92003-C2A7-4A29-B2FA-6FACCDA37556}">
      <dsp:nvSpPr>
        <dsp:cNvPr id="0" name=""/>
        <dsp:cNvSpPr/>
      </dsp:nvSpPr>
      <dsp:spPr>
        <a:xfrm>
          <a:off x="5841914" y="2445665"/>
          <a:ext cx="4320000" cy="1722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Visualisez votre parcours martial et vos grades</a:t>
          </a:r>
          <a:endParaRPr lang="en-US" sz="1700" kern="1200"/>
        </a:p>
        <a:p>
          <a:pPr marL="0" lvl="0" indent="0" algn="ctr" defTabSz="755650">
            <a:lnSpc>
              <a:spcPct val="90000"/>
            </a:lnSpc>
            <a:spcBef>
              <a:spcPct val="0"/>
            </a:spcBef>
            <a:spcAft>
              <a:spcPct val="35000"/>
            </a:spcAft>
            <a:buNone/>
          </a:pPr>
          <a:r>
            <a:rPr lang="fr-FR" sz="1700" kern="1200"/>
            <a:t>Accédez à votre planning d'entraînement personnalisé</a:t>
          </a:r>
          <a:endParaRPr lang="en-US" sz="1700" kern="1200"/>
        </a:p>
        <a:p>
          <a:pPr marL="0" lvl="0" indent="0" algn="ctr" defTabSz="755650">
            <a:lnSpc>
              <a:spcPct val="90000"/>
            </a:lnSpc>
            <a:spcBef>
              <a:spcPct val="0"/>
            </a:spcBef>
            <a:spcAft>
              <a:spcPct val="35000"/>
            </a:spcAft>
            <a:buNone/>
          </a:pPr>
          <a:r>
            <a:rPr lang="fr-FR" sz="1700" kern="1200"/>
            <a:t>Recevez des conseils techniques de vos enseignants</a:t>
          </a:r>
          <a:endParaRPr lang="en-US" sz="1700" kern="1200"/>
        </a:p>
        <a:p>
          <a:pPr marL="0" lvl="0" indent="0" algn="ctr" defTabSz="755650">
            <a:lnSpc>
              <a:spcPct val="90000"/>
            </a:lnSpc>
            <a:spcBef>
              <a:spcPct val="0"/>
            </a:spcBef>
            <a:spcAft>
              <a:spcPct val="35000"/>
            </a:spcAft>
            <a:buNone/>
          </a:pPr>
          <a:r>
            <a:rPr lang="fr-FR" sz="1700" kern="1200"/>
            <a:t>Suivez vos performances en compétition</a:t>
          </a:r>
          <a:endParaRPr lang="en-US" sz="1700" kern="1200"/>
        </a:p>
      </dsp:txBody>
      <dsp:txXfrm>
        <a:off x="5841914" y="2445665"/>
        <a:ext cx="4320000" cy="172251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344AF7-24ED-4CDB-8ACD-FE6CA7E70767}">
      <dsp:nvSpPr>
        <dsp:cNvPr id="0" name=""/>
        <dsp:cNvSpPr/>
      </dsp:nvSpPr>
      <dsp:spPr>
        <a:xfrm>
          <a:off x="684914" y="10164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28E3CD-CDD0-48E1-A449-1B8332282F91}">
      <dsp:nvSpPr>
        <dsp:cNvPr id="0" name=""/>
        <dsp:cNvSpPr/>
      </dsp:nvSpPr>
      <dsp:spPr>
        <a:xfrm>
          <a:off x="918914" y="1250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E348767-38E2-4B1C-9BD8-DDF05C82F377}">
      <dsp:nvSpPr>
        <dsp:cNvPr id="0" name=""/>
        <dsp:cNvSpPr/>
      </dsp:nvSpPr>
      <dsp:spPr>
        <a:xfrm>
          <a:off x="33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Accédez à tous vos documents personnels au même endroit </a:t>
          </a:r>
          <a:endParaRPr lang="en-US" sz="1200" kern="1200"/>
        </a:p>
      </dsp:txBody>
      <dsp:txXfrm>
        <a:off x="333914" y="2456402"/>
        <a:ext cx="1800000" cy="720000"/>
      </dsp:txXfrm>
    </dsp:sp>
    <dsp:sp modelId="{B9BA6BFC-B8A9-4B0A-9F73-36E1E4235B7A}">
      <dsp:nvSpPr>
        <dsp:cNvPr id="0" name=""/>
        <dsp:cNvSpPr/>
      </dsp:nvSpPr>
      <dsp:spPr>
        <a:xfrm>
          <a:off x="2799914" y="10164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E03BBD-DC1A-48D2-A0D8-947AA3ED9961}">
      <dsp:nvSpPr>
        <dsp:cNvPr id="0" name=""/>
        <dsp:cNvSpPr/>
      </dsp:nvSpPr>
      <dsp:spPr>
        <a:xfrm>
          <a:off x="3033914" y="1250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501882-2F1D-4CC8-BE23-643FD29A3505}">
      <dsp:nvSpPr>
        <dsp:cNvPr id="0" name=""/>
        <dsp:cNvSpPr/>
      </dsp:nvSpPr>
      <dsp:spPr>
        <a:xfrm>
          <a:off x="244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Consultez vos licences, certificats et diplômes à tout moment </a:t>
          </a:r>
          <a:endParaRPr lang="en-US" sz="1200" kern="1200"/>
        </a:p>
      </dsp:txBody>
      <dsp:txXfrm>
        <a:off x="2448914" y="2456402"/>
        <a:ext cx="1800000" cy="720000"/>
      </dsp:txXfrm>
    </dsp:sp>
    <dsp:sp modelId="{FCDBFC35-0D8C-471B-A40E-7F4CE03865B3}">
      <dsp:nvSpPr>
        <dsp:cNvPr id="0" name=""/>
        <dsp:cNvSpPr/>
      </dsp:nvSpPr>
      <dsp:spPr>
        <a:xfrm>
          <a:off x="4914914" y="10164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DD9D79-FF11-4415-B71B-BDFC5F4C9496}">
      <dsp:nvSpPr>
        <dsp:cNvPr id="0" name=""/>
        <dsp:cNvSpPr/>
      </dsp:nvSpPr>
      <dsp:spPr>
        <a:xfrm>
          <a:off x="5148914" y="1250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5CCF00-01B8-46A9-9719-DE24A43574EC}">
      <dsp:nvSpPr>
        <dsp:cNvPr id="0" name=""/>
        <dsp:cNvSpPr/>
      </dsp:nvSpPr>
      <dsp:spPr>
        <a:xfrm>
          <a:off x="456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Téléchargez vos attestations et grades obtenus </a:t>
          </a:r>
          <a:endParaRPr lang="en-US" sz="1200" kern="1200"/>
        </a:p>
      </dsp:txBody>
      <dsp:txXfrm>
        <a:off x="4563914" y="2456402"/>
        <a:ext cx="1800000" cy="720000"/>
      </dsp:txXfrm>
    </dsp:sp>
    <dsp:sp modelId="{E402BF69-76E2-4A3F-87DD-F178AC50BD6F}">
      <dsp:nvSpPr>
        <dsp:cNvPr id="0" name=""/>
        <dsp:cNvSpPr/>
      </dsp:nvSpPr>
      <dsp:spPr>
        <a:xfrm>
          <a:off x="7029914" y="10164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75AD61-D8BD-4E22-AFF3-AC7717ABC5FD}">
      <dsp:nvSpPr>
        <dsp:cNvPr id="0" name=""/>
        <dsp:cNvSpPr/>
      </dsp:nvSpPr>
      <dsp:spPr>
        <a:xfrm>
          <a:off x="7263914" y="1250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6D6711-F3CF-4932-8D6F-52A3903DBE12}">
      <dsp:nvSpPr>
        <dsp:cNvPr id="0" name=""/>
        <dsp:cNvSpPr/>
      </dsp:nvSpPr>
      <dsp:spPr>
        <a:xfrm>
          <a:off x="6678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Partagez facilement vos documents avec votre club ou fédération </a:t>
          </a:r>
          <a:endParaRPr lang="en-US" sz="1200" kern="1200"/>
        </a:p>
      </dsp:txBody>
      <dsp:txXfrm>
        <a:off x="6678914" y="2456402"/>
        <a:ext cx="1800000" cy="720000"/>
      </dsp:txXfrm>
    </dsp:sp>
    <dsp:sp modelId="{6FDA2A80-1188-4A8C-8673-DF005DCBDC2A}">
      <dsp:nvSpPr>
        <dsp:cNvPr id="0" name=""/>
        <dsp:cNvSpPr/>
      </dsp:nvSpPr>
      <dsp:spPr>
        <a:xfrm>
          <a:off x="9144914" y="1016402"/>
          <a:ext cx="1098000" cy="109800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0E6E4E-AB7A-4D1C-B8DE-A4150A0DBB46}">
      <dsp:nvSpPr>
        <dsp:cNvPr id="0" name=""/>
        <dsp:cNvSpPr/>
      </dsp:nvSpPr>
      <dsp:spPr>
        <a:xfrm>
          <a:off x="9378914" y="1250402"/>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D090F9-2C38-4F6C-B6DC-80368CDE863B}">
      <dsp:nvSpPr>
        <dsp:cNvPr id="0" name=""/>
        <dsp:cNvSpPr/>
      </dsp:nvSpPr>
      <dsp:spPr>
        <a:xfrm>
          <a:off x="8793914" y="2456402"/>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FR" sz="1200" b="0" i="0" kern="1200" baseline="0"/>
            <a:t>Recevez des notifications avant l'expiration de vos documents </a:t>
          </a:r>
          <a:endParaRPr lang="en-US" sz="1200" kern="1200"/>
        </a:p>
      </dsp:txBody>
      <dsp:txXfrm>
        <a:off x="8793914" y="2456402"/>
        <a:ext cx="1800000" cy="7200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902560-4A28-4A08-99AB-070837753835}">
      <dsp:nvSpPr>
        <dsp:cNvPr id="0" name=""/>
        <dsp:cNvSpPr/>
      </dsp:nvSpPr>
      <dsp:spPr>
        <a:xfrm>
          <a:off x="0" y="332222"/>
          <a:ext cx="10927829" cy="81081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Renouvelez votre adhésion en ligne </a:t>
          </a:r>
          <a:endParaRPr lang="en-US" sz="3300" kern="1200"/>
        </a:p>
      </dsp:txBody>
      <dsp:txXfrm>
        <a:off x="39580" y="371802"/>
        <a:ext cx="10848669" cy="731650"/>
      </dsp:txXfrm>
    </dsp:sp>
    <dsp:sp modelId="{1558F65C-2F94-4D04-91E8-94F39B1FAEF3}">
      <dsp:nvSpPr>
        <dsp:cNvPr id="0" name=""/>
        <dsp:cNvSpPr/>
      </dsp:nvSpPr>
      <dsp:spPr>
        <a:xfrm>
          <a:off x="0" y="1238072"/>
          <a:ext cx="10927829" cy="81081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Présentez votre carte de membre numérique via QR code </a:t>
          </a:r>
          <a:endParaRPr lang="en-US" sz="3300" kern="1200"/>
        </a:p>
      </dsp:txBody>
      <dsp:txXfrm>
        <a:off x="39580" y="1277652"/>
        <a:ext cx="10848669" cy="731650"/>
      </dsp:txXfrm>
    </dsp:sp>
    <dsp:sp modelId="{FAC31612-2016-4A56-A6DC-514AC34C2C85}">
      <dsp:nvSpPr>
        <dsp:cNvPr id="0" name=""/>
        <dsp:cNvSpPr/>
      </dsp:nvSpPr>
      <dsp:spPr>
        <a:xfrm>
          <a:off x="0" y="2143922"/>
          <a:ext cx="10927829" cy="81081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Inscrivez-vous aux compétitions directement depuis l'app </a:t>
          </a:r>
          <a:endParaRPr lang="en-US" sz="3300" kern="1200"/>
        </a:p>
      </dsp:txBody>
      <dsp:txXfrm>
        <a:off x="39580" y="2183502"/>
        <a:ext cx="10848669" cy="731650"/>
      </dsp:txXfrm>
    </dsp:sp>
    <dsp:sp modelId="{74FB3C3D-D0B9-446B-AEB5-87FA5F2C7CCE}">
      <dsp:nvSpPr>
        <dsp:cNvPr id="0" name=""/>
        <dsp:cNvSpPr/>
      </dsp:nvSpPr>
      <dsp:spPr>
        <a:xfrm>
          <a:off x="0" y="3049772"/>
          <a:ext cx="10927829" cy="81081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fr-FR" sz="3300" b="0" i="0" kern="1200" baseline="0"/>
            <a:t>Recevez toutes les communications importantes </a:t>
          </a:r>
          <a:endParaRPr lang="en-US" sz="3300" kern="1200"/>
        </a:p>
      </dsp:txBody>
      <dsp:txXfrm>
        <a:off x="39580" y="3089352"/>
        <a:ext cx="10848669" cy="73165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28CB5-C70B-44E9-A6CD-1D99C5842C58}">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D08652-7911-4909-B095-A13099846640}">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b="0" i="0" kern="1200" baseline="0"/>
            <a:t>Connectez-vous avec d'autres pratiquants </a:t>
          </a:r>
          <a:endParaRPr lang="en-US" sz="1700" kern="1200"/>
        </a:p>
      </dsp:txBody>
      <dsp:txXfrm>
        <a:off x="100682" y="2427484"/>
        <a:ext cx="2370489" cy="720000"/>
      </dsp:txXfrm>
    </dsp:sp>
    <dsp:sp modelId="{EF2E1D53-AB10-49D2-9DBA-D592325B7138}">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FF8C9C-F7D8-4F4D-BB2B-2986F4E81675}">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b="0" i="0" kern="1200" baseline="0"/>
            <a:t>Partagez vos expériences et progressions </a:t>
          </a:r>
          <a:endParaRPr lang="en-US" sz="1700" kern="1200"/>
        </a:p>
      </dsp:txBody>
      <dsp:txXfrm>
        <a:off x="2886007" y="2427484"/>
        <a:ext cx="2370489" cy="720000"/>
      </dsp:txXfrm>
    </dsp:sp>
    <dsp:sp modelId="{E3741283-FAF3-4428-9D4F-DB801F7AC6D0}">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61AF63-8960-45C5-9135-071A068A7C3D}">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b="0" i="0" kern="1200" baseline="0"/>
            <a:t>Découvrez les événements à venir </a:t>
          </a:r>
          <a:endParaRPr lang="en-US" sz="1700" kern="1200"/>
        </a:p>
      </dsp:txBody>
      <dsp:txXfrm>
        <a:off x="5671332" y="2427484"/>
        <a:ext cx="2370489" cy="720000"/>
      </dsp:txXfrm>
    </dsp:sp>
    <dsp:sp modelId="{1C00C1EF-2909-4D69-A7CE-40D90DB0A01B}">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3F0CA4-DED2-49B2-B3E1-FF8A91BF2684}">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b="0" i="0" kern="1200" baseline="0"/>
            <a:t>Accédez à du contenu exclusif de votre discipline </a:t>
          </a:r>
          <a:endParaRPr lang="en-US" sz="1700" kern="1200"/>
        </a:p>
      </dsp:txBody>
      <dsp:txXfrm>
        <a:off x="8456657" y="2427484"/>
        <a:ext cx="2370489" cy="72000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FA366F-25A1-4566-8267-729A0D8F4553}">
      <dsp:nvSpPr>
        <dsp:cNvPr id="0" name=""/>
        <dsp:cNvSpPr/>
      </dsp:nvSpPr>
      <dsp:spPr>
        <a:xfrm>
          <a:off x="0" y="2530579"/>
          <a:ext cx="10927829" cy="166033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fr-BE" sz="2200" kern="1200"/>
            <a:t>Notre plateforme s'adapte à vos spécificités, pas l'inverse !</a:t>
          </a:r>
          <a:endParaRPr lang="en-US" sz="2200" kern="1200"/>
        </a:p>
      </dsp:txBody>
      <dsp:txXfrm>
        <a:off x="0" y="2530579"/>
        <a:ext cx="10927829" cy="1660334"/>
      </dsp:txXfrm>
    </dsp:sp>
    <dsp:sp modelId="{739B0910-081C-43BF-AE38-E7531146479C}">
      <dsp:nvSpPr>
        <dsp:cNvPr id="0" name=""/>
        <dsp:cNvSpPr/>
      </dsp:nvSpPr>
      <dsp:spPr>
        <a:xfrm rot="10800000">
          <a:off x="0" y="1890"/>
          <a:ext cx="10927829" cy="2553594"/>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fr-BE" sz="2200" kern="1200"/>
            <a:t>MartialComp s'adapte parfaitement à votre art martial, quelle que soit sa spécificité :</a:t>
          </a:r>
          <a:endParaRPr lang="en-US" sz="2200" kern="1200"/>
        </a:p>
      </dsp:txBody>
      <dsp:txXfrm rot="-10800000">
        <a:off x="0" y="1890"/>
        <a:ext cx="10927829" cy="896311"/>
      </dsp:txXfrm>
    </dsp:sp>
    <dsp:sp modelId="{10B1FEA1-3BEE-496E-8CA8-46517AB3DB6E}">
      <dsp:nvSpPr>
        <dsp:cNvPr id="0" name=""/>
        <dsp:cNvSpPr/>
      </dsp:nvSpPr>
      <dsp:spPr>
        <a:xfrm>
          <a:off x="0" y="898202"/>
          <a:ext cx="1365978" cy="763524"/>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Arts martiaux japonais</a:t>
          </a:r>
          <a:r>
            <a:rPr lang="fr-BE" sz="1000" kern="1200"/>
            <a:t> : Karaté, Judo, Aikido, Kendo...</a:t>
          </a:r>
          <a:endParaRPr lang="en-US" sz="1000" kern="1200"/>
        </a:p>
      </dsp:txBody>
      <dsp:txXfrm>
        <a:off x="0" y="898202"/>
        <a:ext cx="1365978" cy="763524"/>
      </dsp:txXfrm>
    </dsp:sp>
    <dsp:sp modelId="{71702CC8-A876-4C1E-99AE-9F7BB1E54E11}">
      <dsp:nvSpPr>
        <dsp:cNvPr id="0" name=""/>
        <dsp:cNvSpPr/>
      </dsp:nvSpPr>
      <dsp:spPr>
        <a:xfrm>
          <a:off x="1365978" y="898202"/>
          <a:ext cx="1365978" cy="763524"/>
        </a:xfrm>
        <a:prstGeom prst="rect">
          <a:avLst/>
        </a:prstGeom>
        <a:solidFill>
          <a:schemeClr val="accent2">
            <a:tint val="40000"/>
            <a:alpha val="90000"/>
            <a:hueOff val="962103"/>
            <a:satOff val="-8890"/>
            <a:lumOff val="-1002"/>
            <a:alphaOff val="0"/>
          </a:schemeClr>
        </a:solidFill>
        <a:ln w="19050" cap="flat" cmpd="sng" algn="ctr">
          <a:solidFill>
            <a:schemeClr val="accent2">
              <a:tint val="40000"/>
              <a:alpha val="90000"/>
              <a:hueOff val="962103"/>
              <a:satOff val="-8890"/>
              <a:lumOff val="-10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Arts martiaux chinois</a:t>
          </a:r>
          <a:r>
            <a:rPr lang="fr-BE" sz="1000" kern="1200"/>
            <a:t> : Kung Fu, Qwan Ki Do,Tai Chi, Wing Chun...</a:t>
          </a:r>
          <a:endParaRPr lang="en-US" sz="1000" kern="1200"/>
        </a:p>
      </dsp:txBody>
      <dsp:txXfrm>
        <a:off x="1365978" y="898202"/>
        <a:ext cx="1365978" cy="763524"/>
      </dsp:txXfrm>
    </dsp:sp>
    <dsp:sp modelId="{E3271F46-CC71-4B6E-9448-5E04BF41E8FC}">
      <dsp:nvSpPr>
        <dsp:cNvPr id="0" name=""/>
        <dsp:cNvSpPr/>
      </dsp:nvSpPr>
      <dsp:spPr>
        <a:xfrm>
          <a:off x="2731957" y="898202"/>
          <a:ext cx="1365978" cy="763524"/>
        </a:xfrm>
        <a:prstGeom prst="rect">
          <a:avLst/>
        </a:prstGeom>
        <a:solidFill>
          <a:schemeClr val="accent2">
            <a:tint val="40000"/>
            <a:alpha val="90000"/>
            <a:hueOff val="1924205"/>
            <a:satOff val="-17781"/>
            <a:lumOff val="-2004"/>
            <a:alphaOff val="0"/>
          </a:schemeClr>
        </a:solidFill>
        <a:ln w="19050" cap="flat" cmpd="sng" algn="ctr">
          <a:solidFill>
            <a:schemeClr val="accent2">
              <a:tint val="40000"/>
              <a:alpha val="90000"/>
              <a:hueOff val="1924205"/>
              <a:satOff val="-17781"/>
              <a:lumOff val="-200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Arts martiaux coréens</a:t>
          </a:r>
          <a:r>
            <a:rPr lang="fr-BE" sz="1000" kern="1200"/>
            <a:t> : Taekwondo, Hapkido, Tang Soo Do...</a:t>
          </a:r>
          <a:endParaRPr lang="en-US" sz="1000" kern="1200"/>
        </a:p>
      </dsp:txBody>
      <dsp:txXfrm>
        <a:off x="2731957" y="898202"/>
        <a:ext cx="1365978" cy="763524"/>
      </dsp:txXfrm>
    </dsp:sp>
    <dsp:sp modelId="{B6F868CE-C6DC-41EA-9F93-81C283BFD373}">
      <dsp:nvSpPr>
        <dsp:cNvPr id="0" name=""/>
        <dsp:cNvSpPr/>
      </dsp:nvSpPr>
      <dsp:spPr>
        <a:xfrm>
          <a:off x="4097935" y="898202"/>
          <a:ext cx="1365978" cy="763524"/>
        </a:xfrm>
        <a:prstGeom prst="rect">
          <a:avLst/>
        </a:prstGeom>
        <a:solidFill>
          <a:schemeClr val="accent2">
            <a:tint val="40000"/>
            <a:alpha val="90000"/>
            <a:hueOff val="2886308"/>
            <a:satOff val="-26671"/>
            <a:lumOff val="-3006"/>
            <a:alphaOff val="0"/>
          </a:schemeClr>
        </a:solidFill>
        <a:ln w="19050" cap="flat" cmpd="sng" algn="ctr">
          <a:solidFill>
            <a:schemeClr val="accent2">
              <a:tint val="40000"/>
              <a:alpha val="90000"/>
              <a:hueOff val="2886308"/>
              <a:satOff val="-26671"/>
              <a:lumOff val="-30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Arts martiaux du Sud-Est asiatique</a:t>
          </a:r>
          <a:r>
            <a:rPr lang="fr-BE" sz="1000" kern="1200"/>
            <a:t> : Muay Thai, Silat, Kali...</a:t>
          </a:r>
          <a:endParaRPr lang="en-US" sz="1000" kern="1200"/>
        </a:p>
      </dsp:txBody>
      <dsp:txXfrm>
        <a:off x="4097935" y="898202"/>
        <a:ext cx="1365978" cy="763524"/>
      </dsp:txXfrm>
    </dsp:sp>
    <dsp:sp modelId="{E4EE270F-3B59-4804-8FD5-E2DE6FF08A48}">
      <dsp:nvSpPr>
        <dsp:cNvPr id="0" name=""/>
        <dsp:cNvSpPr/>
      </dsp:nvSpPr>
      <dsp:spPr>
        <a:xfrm>
          <a:off x="5463914" y="898202"/>
          <a:ext cx="1365978" cy="763524"/>
        </a:xfrm>
        <a:prstGeom prst="rect">
          <a:avLst/>
        </a:prstGeom>
        <a:solidFill>
          <a:schemeClr val="accent2">
            <a:tint val="40000"/>
            <a:alpha val="90000"/>
            <a:hueOff val="3848410"/>
            <a:satOff val="-35561"/>
            <a:lumOff val="-4009"/>
            <a:alphaOff val="0"/>
          </a:schemeClr>
        </a:solidFill>
        <a:ln w="19050" cap="flat" cmpd="sng" algn="ctr">
          <a:solidFill>
            <a:schemeClr val="accent2">
              <a:tint val="40000"/>
              <a:alpha val="90000"/>
              <a:hueOff val="3848410"/>
              <a:satOff val="-35561"/>
              <a:lumOff val="-40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Disciplines de combat occidentales</a:t>
          </a:r>
          <a:r>
            <a:rPr lang="fr-BE" sz="1000" kern="1200"/>
            <a:t> : Boxe, Lutte, Savate...</a:t>
          </a:r>
          <a:endParaRPr lang="en-US" sz="1000" kern="1200"/>
        </a:p>
      </dsp:txBody>
      <dsp:txXfrm>
        <a:off x="5463914" y="898202"/>
        <a:ext cx="1365978" cy="763524"/>
      </dsp:txXfrm>
    </dsp:sp>
    <dsp:sp modelId="{7C20DA6F-74DF-462E-8C2B-642F313861BB}">
      <dsp:nvSpPr>
        <dsp:cNvPr id="0" name=""/>
        <dsp:cNvSpPr/>
      </dsp:nvSpPr>
      <dsp:spPr>
        <a:xfrm>
          <a:off x="6829893" y="898202"/>
          <a:ext cx="1365978" cy="763524"/>
        </a:xfrm>
        <a:prstGeom prst="rect">
          <a:avLst/>
        </a:prstGeom>
        <a:solidFill>
          <a:schemeClr val="accent2">
            <a:tint val="40000"/>
            <a:alpha val="90000"/>
            <a:hueOff val="4810513"/>
            <a:satOff val="-44451"/>
            <a:lumOff val="-5011"/>
            <a:alphaOff val="0"/>
          </a:schemeClr>
        </a:solidFill>
        <a:ln w="19050" cap="flat" cmpd="sng" algn="ctr">
          <a:solidFill>
            <a:schemeClr val="accent2">
              <a:tint val="40000"/>
              <a:alpha val="90000"/>
              <a:hueOff val="4810513"/>
              <a:satOff val="-44451"/>
              <a:lumOff val="-501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Arts martiaux mixtes et modernes</a:t>
          </a:r>
          <a:r>
            <a:rPr lang="fr-BE" sz="1000" kern="1200"/>
            <a:t> : MMA, Krav Maga, Systema...</a:t>
          </a:r>
          <a:endParaRPr lang="en-US" sz="1000" kern="1200"/>
        </a:p>
      </dsp:txBody>
      <dsp:txXfrm>
        <a:off x="6829893" y="898202"/>
        <a:ext cx="1365978" cy="763524"/>
      </dsp:txXfrm>
    </dsp:sp>
    <dsp:sp modelId="{7B5E98D7-9E82-4176-8CA5-99B4B95043BC}">
      <dsp:nvSpPr>
        <dsp:cNvPr id="0" name=""/>
        <dsp:cNvSpPr/>
      </dsp:nvSpPr>
      <dsp:spPr>
        <a:xfrm>
          <a:off x="8195871" y="898202"/>
          <a:ext cx="1365978" cy="763524"/>
        </a:xfrm>
        <a:prstGeom prst="rect">
          <a:avLst/>
        </a:prstGeom>
        <a:solidFill>
          <a:schemeClr val="accent2">
            <a:tint val="40000"/>
            <a:alpha val="90000"/>
            <a:hueOff val="5772616"/>
            <a:satOff val="-53342"/>
            <a:lumOff val="-6013"/>
            <a:alphaOff val="0"/>
          </a:schemeClr>
        </a:solidFill>
        <a:ln w="19050" cap="flat" cmpd="sng" algn="ctr">
          <a:solidFill>
            <a:schemeClr val="accent2">
              <a:tint val="40000"/>
              <a:alpha val="90000"/>
              <a:hueOff val="5772616"/>
              <a:satOff val="-53342"/>
              <a:lumOff val="-60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Disciplines internes et énergétiques</a:t>
          </a:r>
          <a:endParaRPr lang="en-US" sz="1000" kern="1200"/>
        </a:p>
      </dsp:txBody>
      <dsp:txXfrm>
        <a:off x="8195871" y="898202"/>
        <a:ext cx="1365978" cy="763524"/>
      </dsp:txXfrm>
    </dsp:sp>
    <dsp:sp modelId="{D1A4BD74-F515-433C-9D5B-A28DD545BD5D}">
      <dsp:nvSpPr>
        <dsp:cNvPr id="0" name=""/>
        <dsp:cNvSpPr/>
      </dsp:nvSpPr>
      <dsp:spPr>
        <a:xfrm>
          <a:off x="9561850" y="898202"/>
          <a:ext cx="1365978" cy="763524"/>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fr-BE" sz="1000" b="1" kern="1200"/>
            <a:t>Arts martiaux traditionnels et historiques</a:t>
          </a:r>
          <a:endParaRPr lang="en-US" sz="1000" kern="1200"/>
        </a:p>
      </dsp:txBody>
      <dsp:txXfrm>
        <a:off x="9561850" y="898202"/>
        <a:ext cx="1365978" cy="76352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A931BC-2083-4B39-9F74-E7112D443F76}">
      <dsp:nvSpPr>
        <dsp:cNvPr id="0" name=""/>
        <dsp:cNvSpPr/>
      </dsp:nvSpPr>
      <dsp:spPr>
        <a:xfrm>
          <a:off x="3496905" y="2098"/>
          <a:ext cx="3934018" cy="1009303"/>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fr-FR" sz="2100" b="0" i="0" kern="1200" baseline="0"/>
            <a:t>Réduisez vos coûts d'impression et d'envoi postal </a:t>
          </a:r>
          <a:endParaRPr lang="en-US" sz="2100" kern="1200"/>
        </a:p>
      </dsp:txBody>
      <dsp:txXfrm>
        <a:off x="3546175" y="51368"/>
        <a:ext cx="3835478" cy="910763"/>
      </dsp:txXfrm>
    </dsp:sp>
    <dsp:sp modelId="{00537034-B5E5-43A0-9C23-B2B0641AC3ED}">
      <dsp:nvSpPr>
        <dsp:cNvPr id="0" name=""/>
        <dsp:cNvSpPr/>
      </dsp:nvSpPr>
      <dsp:spPr>
        <a:xfrm>
          <a:off x="3496905" y="1061866"/>
          <a:ext cx="3934018" cy="1009303"/>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fr-FR" sz="2100" b="0" i="0" kern="1200" baseline="0"/>
            <a:t>Optimisez la gestion de vos ressources </a:t>
          </a:r>
          <a:endParaRPr lang="en-US" sz="2100" kern="1200"/>
        </a:p>
      </dsp:txBody>
      <dsp:txXfrm>
        <a:off x="3546175" y="1111136"/>
        <a:ext cx="3835478" cy="910763"/>
      </dsp:txXfrm>
    </dsp:sp>
    <dsp:sp modelId="{4446A872-FD86-4F0F-BE2B-B32B664D40FD}">
      <dsp:nvSpPr>
        <dsp:cNvPr id="0" name=""/>
        <dsp:cNvSpPr/>
      </dsp:nvSpPr>
      <dsp:spPr>
        <a:xfrm>
          <a:off x="3496905" y="2121635"/>
          <a:ext cx="3934018" cy="1009303"/>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fr-FR" sz="2100" b="0" i="0" kern="1200" baseline="0"/>
            <a:t>Améliorez le taux de renouvellement des adhésions </a:t>
          </a:r>
          <a:endParaRPr lang="en-US" sz="2100" kern="1200"/>
        </a:p>
      </dsp:txBody>
      <dsp:txXfrm>
        <a:off x="3546175" y="2170905"/>
        <a:ext cx="3835478" cy="910763"/>
      </dsp:txXfrm>
    </dsp:sp>
    <dsp:sp modelId="{41C24BDB-9F6D-45F7-AEBF-53076AB75CFD}">
      <dsp:nvSpPr>
        <dsp:cNvPr id="0" name=""/>
        <dsp:cNvSpPr/>
      </dsp:nvSpPr>
      <dsp:spPr>
        <a:xfrm>
          <a:off x="3496905" y="3181403"/>
          <a:ext cx="3934018" cy="1009303"/>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fr-FR" sz="2100" b="0" i="0" kern="1200" baseline="0"/>
            <a:t>Évitez les erreurs coûteuses de gestion manuelle </a:t>
          </a:r>
          <a:endParaRPr lang="en-US" sz="2100" kern="1200"/>
        </a:p>
      </dsp:txBody>
      <dsp:txXfrm>
        <a:off x="3546175" y="3230673"/>
        <a:ext cx="3835478" cy="910763"/>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96B0C0-66F9-4D83-9966-71E1661AB102}">
      <dsp:nvSpPr>
        <dsp:cNvPr id="0" name=""/>
        <dsp:cNvSpPr/>
      </dsp:nvSpPr>
      <dsp:spPr>
        <a:xfrm>
          <a:off x="0" y="171842"/>
          <a:ext cx="10927829" cy="8845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fr-FR" sz="3600" b="0" i="0" kern="1200" baseline="0"/>
            <a:t>Offrez une expérience moderne à vos membres </a:t>
          </a:r>
          <a:endParaRPr lang="en-US" sz="3600" kern="1200"/>
        </a:p>
      </dsp:txBody>
      <dsp:txXfrm>
        <a:off x="43179" y="215021"/>
        <a:ext cx="10841471" cy="798162"/>
      </dsp:txXfrm>
    </dsp:sp>
    <dsp:sp modelId="{D9C3BC32-387F-4487-9F10-8F9E6B0C2EF7}">
      <dsp:nvSpPr>
        <dsp:cNvPr id="0" name=""/>
        <dsp:cNvSpPr/>
      </dsp:nvSpPr>
      <dsp:spPr>
        <a:xfrm>
          <a:off x="0" y="1160042"/>
          <a:ext cx="10927829" cy="88452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fr-FR" sz="3600" b="0" i="0" kern="1200" baseline="0"/>
            <a:t>Communiquez efficacement avec votre communauté </a:t>
          </a:r>
          <a:endParaRPr lang="en-US" sz="3600" kern="1200"/>
        </a:p>
      </dsp:txBody>
      <dsp:txXfrm>
        <a:off x="43179" y="1203221"/>
        <a:ext cx="10841471" cy="798162"/>
      </dsp:txXfrm>
    </dsp:sp>
    <dsp:sp modelId="{8928FBDA-6706-42AC-A342-B08C58C00AA8}">
      <dsp:nvSpPr>
        <dsp:cNvPr id="0" name=""/>
        <dsp:cNvSpPr/>
      </dsp:nvSpPr>
      <dsp:spPr>
        <a:xfrm>
          <a:off x="0" y="2148242"/>
          <a:ext cx="10927829" cy="88452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fr-FR" sz="3600" b="0" i="0" kern="1200" baseline="0"/>
            <a:t>Valorisez votre club ou fédération </a:t>
          </a:r>
          <a:endParaRPr lang="en-US" sz="3600" kern="1200"/>
        </a:p>
      </dsp:txBody>
      <dsp:txXfrm>
        <a:off x="43179" y="2191421"/>
        <a:ext cx="10841471" cy="798162"/>
      </dsp:txXfrm>
    </dsp:sp>
    <dsp:sp modelId="{56F79DF8-E03E-4ADD-9D01-2FF44B069D68}">
      <dsp:nvSpPr>
        <dsp:cNvPr id="0" name=""/>
        <dsp:cNvSpPr/>
      </dsp:nvSpPr>
      <dsp:spPr>
        <a:xfrm>
          <a:off x="0" y="3136442"/>
          <a:ext cx="10927829" cy="88452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fr-FR" sz="3600" b="0" i="0" kern="1200" baseline="0"/>
            <a:t>Attirez de nouveaux pratiquants </a:t>
          </a:r>
          <a:endParaRPr lang="en-US" sz="3600" kern="1200"/>
        </a:p>
      </dsp:txBody>
      <dsp:txXfrm>
        <a:off x="43179" y="3179621"/>
        <a:ext cx="10841471" cy="79816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65651-B68C-4F96-B1DE-6BDBF5A26B22}">
      <dsp:nvSpPr>
        <dsp:cNvPr id="0" name=""/>
        <dsp:cNvSpPr/>
      </dsp:nvSpPr>
      <dsp:spPr>
        <a:xfrm>
          <a:off x="0" y="278762"/>
          <a:ext cx="10927829" cy="8353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b="0" i="0" kern="1200" baseline="0"/>
            <a:t>Sécurisez toutes vos données sensibles </a:t>
          </a:r>
          <a:endParaRPr lang="en-US" sz="3400" kern="1200"/>
        </a:p>
      </dsp:txBody>
      <dsp:txXfrm>
        <a:off x="40780" y="319542"/>
        <a:ext cx="10846269" cy="753820"/>
      </dsp:txXfrm>
    </dsp:sp>
    <dsp:sp modelId="{B37D9536-12C8-4C92-8CB2-4C7B5E384FE9}">
      <dsp:nvSpPr>
        <dsp:cNvPr id="0" name=""/>
        <dsp:cNvSpPr/>
      </dsp:nvSpPr>
      <dsp:spPr>
        <a:xfrm>
          <a:off x="0" y="1212062"/>
          <a:ext cx="10927829" cy="83538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b="0" i="0" kern="1200" baseline="0"/>
            <a:t>Conservez un historique complet de toutes les activités </a:t>
          </a:r>
          <a:endParaRPr lang="en-US" sz="3400" kern="1200"/>
        </a:p>
      </dsp:txBody>
      <dsp:txXfrm>
        <a:off x="40780" y="1252842"/>
        <a:ext cx="10846269" cy="753820"/>
      </dsp:txXfrm>
    </dsp:sp>
    <dsp:sp modelId="{8C0B9162-A383-4784-B9B4-CA9325EBFEBD}">
      <dsp:nvSpPr>
        <dsp:cNvPr id="0" name=""/>
        <dsp:cNvSpPr/>
      </dsp:nvSpPr>
      <dsp:spPr>
        <a:xfrm>
          <a:off x="0" y="2145362"/>
          <a:ext cx="10927829" cy="83538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b="0" i="0" kern="1200" baseline="0"/>
            <a:t>Respectez les réglementations en vigueur (RGPD) </a:t>
          </a:r>
          <a:endParaRPr lang="en-US" sz="3400" kern="1200"/>
        </a:p>
      </dsp:txBody>
      <dsp:txXfrm>
        <a:off x="40780" y="2186142"/>
        <a:ext cx="10846269" cy="753820"/>
      </dsp:txXfrm>
    </dsp:sp>
    <dsp:sp modelId="{FA8CEF48-1431-4FE1-A6C6-A21D3C217B37}">
      <dsp:nvSpPr>
        <dsp:cNvPr id="0" name=""/>
        <dsp:cNvSpPr/>
      </dsp:nvSpPr>
      <dsp:spPr>
        <a:xfrm>
          <a:off x="0" y="3078662"/>
          <a:ext cx="10927829" cy="83538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b="0" i="0" kern="1200" baseline="0"/>
            <a:t>Bénéficiez d'un support réactif </a:t>
          </a:r>
          <a:endParaRPr lang="en-US" sz="3400" kern="1200"/>
        </a:p>
      </dsp:txBody>
      <dsp:txXfrm>
        <a:off x="40780" y="3119442"/>
        <a:ext cx="10846269" cy="75382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D3D355-2175-4E55-B296-8B23D377EEC6}">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EEC162-A49D-4601-9F78-78E88701960E}">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D9D2A21-90DF-4307-95E4-897219396084}">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"Depuis que nous utilisons MartialComp, j'ai réduit de 15 heures par semaine le temps passé sur l'administratif. Je peux enfin me concentrer sur l'enseignement !"— Sarah M., Directrice d'un club de Karaté, 180 membres« </a:t>
          </a:r>
          <a:endParaRPr lang="en-US" sz="1400" kern="1200"/>
        </a:p>
      </dsp:txBody>
      <dsp:txXfrm>
        <a:off x="1948202" y="368029"/>
        <a:ext cx="3233964" cy="1371985"/>
      </dsp:txXfrm>
    </dsp:sp>
    <dsp:sp modelId="{C35B9285-B71F-4832-8F90-0A08F717DABE}">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52F2D7-CEE4-40D8-A28B-369CC5586CCC}">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EB6273-36BE-4CE0-9D4B-8A7B797848F4}">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L'organisation de notre championnat national avec 800 participants était un cauchemar logistique. Avec MartialComp, tout s'est déroulé sans accroc, de l'inscription à la publication des résultats."— Jean-Philippe D., Président de Fédération« </a:t>
          </a:r>
          <a:endParaRPr lang="en-US" sz="1400" kern="1200"/>
        </a:p>
      </dsp:txBody>
      <dsp:txXfrm>
        <a:off x="7411643" y="368029"/>
        <a:ext cx="3233964" cy="1371985"/>
      </dsp:txXfrm>
    </dsp:sp>
    <dsp:sp modelId="{286B2CDE-1236-4C4A-8F2D-411F3363E5AB}">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FC23E9-7D5E-4107-AF2B-B63141BD6B2B}">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04F835-8E0A-4EE3-B182-3156109F76B9}">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Notre boutique en ligne nous a permis d'augmenter nos revenus de 30% la première année. Les membres adorent pouvoir commander leurs équipements directement via l'application !"— Michel T., Trésorier d'un club de Judo« </a:t>
          </a:r>
          <a:endParaRPr lang="en-US" sz="1400" kern="1200"/>
        </a:p>
      </dsp:txBody>
      <dsp:txXfrm>
        <a:off x="1948202" y="2452790"/>
        <a:ext cx="3233964" cy="1371985"/>
      </dsp:txXfrm>
    </dsp:sp>
    <dsp:sp modelId="{4EE34702-F675-42F5-8356-07AC86F15CBC}">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CFBF12-1F5E-438B-81E6-65A2DBC7333A}">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5553458-8604-4A2C-84EB-17619C85E6A4}">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fr-FR" sz="1400" kern="1200"/>
            <a:t>La fonction de QR code a révolutionné notre fonctionnement. Fini les cartes perdues et les longues files d'attente pour vérifier les inscriptions !"— Carlos R., Organisateur de compétitions</a:t>
          </a:r>
          <a:endParaRPr lang="en-US" sz="1400" kern="1200"/>
        </a:p>
      </dsp:txBody>
      <dsp:txXfrm>
        <a:off x="7411643" y="2452790"/>
        <a:ext cx="3233964" cy="137198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5E376B-008D-4A7A-8657-B0F14EE0C616}">
      <dsp:nvSpPr>
        <dsp:cNvPr id="0" name=""/>
        <dsp:cNvSpPr/>
      </dsp:nvSpPr>
      <dsp:spPr>
        <a:xfrm>
          <a:off x="1333" y="882495"/>
          <a:ext cx="4855627" cy="242781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fr-FR" sz="2300" kern="1200"/>
            <a:t>"La gestion financière centralisée me fait gagner des heures de travail chaque mois. Pour notre bilan annuel, tout était prêt en quelques clics !"— Amina F., Secrétaire générale d'une fédération régionale« </a:t>
          </a:r>
          <a:endParaRPr lang="en-US" sz="2300" kern="1200"/>
        </a:p>
      </dsp:txBody>
      <dsp:txXfrm>
        <a:off x="72441" y="953603"/>
        <a:ext cx="4713411" cy="2285597"/>
      </dsp:txXfrm>
    </dsp:sp>
    <dsp:sp modelId="{713CD398-4679-4CD1-99CF-B6ACD1E34463}">
      <dsp:nvSpPr>
        <dsp:cNvPr id="0" name=""/>
        <dsp:cNvSpPr/>
      </dsp:nvSpPr>
      <dsp:spPr>
        <a:xfrm>
          <a:off x="6070867" y="882495"/>
          <a:ext cx="4855627" cy="2427813"/>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fr-FR" sz="2300" kern="1200"/>
            <a:t>En tant que parent, j'apprécie de pouvoir suivre les progrès de ma fille et de recevoir toutes les informations importantes directement sur mon téléphone."— Fatima K., Parent d'une jeune judoka</a:t>
          </a:r>
          <a:endParaRPr lang="en-US" sz="2300" kern="1200"/>
        </a:p>
      </dsp:txBody>
      <dsp:txXfrm>
        <a:off x="6141975" y="953603"/>
        <a:ext cx="4713411" cy="2285597"/>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002E6-98E5-4DED-BAE0-E2A0AF5D8E9E}">
      <dsp:nvSpPr>
        <dsp:cNvPr id="0" name=""/>
        <dsp:cNvSpPr/>
      </dsp:nvSpPr>
      <dsp:spPr>
        <a:xfrm rot="5400000">
          <a:off x="6890444" y="-2819259"/>
          <a:ext cx="1080957" cy="6993810"/>
        </a:xfrm>
        <a:prstGeom prst="round2Same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fr-FR" sz="1400" b="1" kern="1200"/>
            <a:t>Formule essentielle</a:t>
          </a:r>
          <a:r>
            <a:rPr lang="fr-FR" sz="1400" kern="1200"/>
            <a:t> avec les fonctionnalités de base</a:t>
          </a:r>
          <a:endParaRPr lang="en-US" sz="1400" kern="1200"/>
        </a:p>
        <a:p>
          <a:pPr marL="114300" lvl="1" indent="-114300" algn="l" defTabSz="622300">
            <a:lnSpc>
              <a:spcPct val="90000"/>
            </a:lnSpc>
            <a:spcBef>
              <a:spcPct val="0"/>
            </a:spcBef>
            <a:spcAft>
              <a:spcPct val="15000"/>
            </a:spcAft>
            <a:buChar char="•"/>
          </a:pPr>
          <a:r>
            <a:rPr lang="fr-FR" sz="1400" kern="1200"/>
            <a:t>Gestion simplifiée des adhérents et des cours</a:t>
          </a:r>
          <a:endParaRPr lang="en-US" sz="1400" kern="1200"/>
        </a:p>
        <a:p>
          <a:pPr marL="114300" lvl="1" indent="-114300" algn="l" defTabSz="622300">
            <a:lnSpc>
              <a:spcPct val="90000"/>
            </a:lnSpc>
            <a:spcBef>
              <a:spcPct val="0"/>
            </a:spcBef>
            <a:spcAft>
              <a:spcPct val="15000"/>
            </a:spcAft>
            <a:buChar char="•"/>
          </a:pPr>
          <a:r>
            <a:rPr lang="fr-FR" sz="1400" kern="1200"/>
            <a:t>Interface intuitive, prise en main immédiate</a:t>
          </a:r>
          <a:endParaRPr lang="en-US" sz="1400" kern="1200"/>
        </a:p>
        <a:p>
          <a:pPr marL="114300" lvl="1" indent="-114300" algn="l" defTabSz="622300">
            <a:lnSpc>
              <a:spcPct val="90000"/>
            </a:lnSpc>
            <a:spcBef>
              <a:spcPct val="0"/>
            </a:spcBef>
            <a:spcAft>
              <a:spcPct val="15000"/>
            </a:spcAft>
            <a:buChar char="•"/>
          </a:pPr>
          <a:r>
            <a:rPr lang="fr-FR" sz="1400" kern="1200"/>
            <a:t>Tarification accessible</a:t>
          </a:r>
          <a:endParaRPr lang="en-US" sz="1400" kern="1200"/>
        </a:p>
      </dsp:txBody>
      <dsp:txXfrm rot="-5400000">
        <a:off x="3934018" y="189935"/>
        <a:ext cx="6941042" cy="975421"/>
      </dsp:txXfrm>
    </dsp:sp>
    <dsp:sp modelId="{8853B847-D94B-4FA3-B45A-8B408C777685}">
      <dsp:nvSpPr>
        <dsp:cNvPr id="0" name=""/>
        <dsp:cNvSpPr/>
      </dsp:nvSpPr>
      <dsp:spPr>
        <a:xfrm>
          <a:off x="0" y="2047"/>
          <a:ext cx="3934018" cy="1351196"/>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b="1" kern="1200"/>
            <a:t>Pour les petits clubs (moins de 100 membres)</a:t>
          </a:r>
          <a:endParaRPr lang="en-US" sz="2600" kern="1200"/>
        </a:p>
      </dsp:txBody>
      <dsp:txXfrm>
        <a:off x="65960" y="68007"/>
        <a:ext cx="3802098" cy="1219276"/>
      </dsp:txXfrm>
    </dsp:sp>
    <dsp:sp modelId="{B04D12D7-9B90-44B7-A28E-4D8B1A9BABEE}">
      <dsp:nvSpPr>
        <dsp:cNvPr id="0" name=""/>
        <dsp:cNvSpPr/>
      </dsp:nvSpPr>
      <dsp:spPr>
        <a:xfrm rot="5400000">
          <a:off x="6890444" y="-1400502"/>
          <a:ext cx="1080957" cy="6993810"/>
        </a:xfrm>
        <a:prstGeom prst="round2Same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fr-FR" sz="1400" b="1" kern="1200"/>
            <a:t>Formule standard</a:t>
          </a:r>
          <a:r>
            <a:rPr lang="fr-FR" sz="1400" kern="1200"/>
            <a:t> avec fonctionnalités avancées</a:t>
          </a:r>
          <a:endParaRPr lang="en-US" sz="1400" kern="1200"/>
        </a:p>
        <a:p>
          <a:pPr marL="114300" lvl="1" indent="-114300" algn="l" defTabSz="622300">
            <a:lnSpc>
              <a:spcPct val="90000"/>
            </a:lnSpc>
            <a:spcBef>
              <a:spcPct val="0"/>
            </a:spcBef>
            <a:spcAft>
              <a:spcPct val="15000"/>
            </a:spcAft>
            <a:buChar char="•"/>
          </a:pPr>
          <a:r>
            <a:rPr lang="fr-FR" sz="1400" kern="1200"/>
            <a:t>Gestion multi-disciplines et multi-sections</a:t>
          </a:r>
          <a:endParaRPr lang="en-US" sz="1400" kern="1200"/>
        </a:p>
        <a:p>
          <a:pPr marL="114300" lvl="1" indent="-114300" algn="l" defTabSz="622300">
            <a:lnSpc>
              <a:spcPct val="90000"/>
            </a:lnSpc>
            <a:spcBef>
              <a:spcPct val="0"/>
            </a:spcBef>
            <a:spcAft>
              <a:spcPct val="15000"/>
            </a:spcAft>
            <a:buChar char="•"/>
          </a:pPr>
          <a:r>
            <a:rPr lang="fr-FR" sz="1400" kern="1200"/>
            <a:t>Outils analytiques et statistiques</a:t>
          </a:r>
          <a:endParaRPr lang="en-US" sz="1400" kern="1200"/>
        </a:p>
        <a:p>
          <a:pPr marL="114300" lvl="1" indent="-114300" algn="l" defTabSz="622300">
            <a:lnSpc>
              <a:spcPct val="90000"/>
            </a:lnSpc>
            <a:spcBef>
              <a:spcPct val="0"/>
            </a:spcBef>
            <a:spcAft>
              <a:spcPct val="15000"/>
            </a:spcAft>
            <a:buChar char="•"/>
          </a:pPr>
          <a:r>
            <a:rPr lang="fr-FR" sz="1400" kern="1200"/>
            <a:t>Options de personnalisation</a:t>
          </a:r>
          <a:endParaRPr lang="en-US" sz="1400" kern="1200"/>
        </a:p>
      </dsp:txBody>
      <dsp:txXfrm rot="-5400000">
        <a:off x="3934018" y="1608692"/>
        <a:ext cx="6941042" cy="975421"/>
      </dsp:txXfrm>
    </dsp:sp>
    <dsp:sp modelId="{4596776E-CCB0-40FB-9818-AA56AC72BAA6}">
      <dsp:nvSpPr>
        <dsp:cNvPr id="0" name=""/>
        <dsp:cNvSpPr/>
      </dsp:nvSpPr>
      <dsp:spPr>
        <a:xfrm>
          <a:off x="0" y="1420804"/>
          <a:ext cx="3934018" cy="1351196"/>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b="1" kern="1200"/>
            <a:t>Pour les clubs moyens à grands (100 à 500 membres)</a:t>
          </a:r>
          <a:endParaRPr lang="en-US" sz="2600" kern="1200"/>
        </a:p>
      </dsp:txBody>
      <dsp:txXfrm>
        <a:off x="65960" y="1486764"/>
        <a:ext cx="3802098" cy="1219276"/>
      </dsp:txXfrm>
    </dsp:sp>
    <dsp:sp modelId="{B2A043CA-6F63-44C7-A910-F28C7F2A2ED2}">
      <dsp:nvSpPr>
        <dsp:cNvPr id="0" name=""/>
        <dsp:cNvSpPr/>
      </dsp:nvSpPr>
      <dsp:spPr>
        <a:xfrm rot="5400000">
          <a:off x="6890444" y="18253"/>
          <a:ext cx="1080957" cy="6993810"/>
        </a:xfrm>
        <a:prstGeom prst="round2Same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a:lnSpc>
              <a:spcPct val="90000"/>
            </a:lnSpc>
            <a:spcBef>
              <a:spcPct val="0"/>
            </a:spcBef>
            <a:spcAft>
              <a:spcPct val="15000"/>
            </a:spcAft>
            <a:buChar char="•"/>
          </a:pPr>
          <a:r>
            <a:rPr lang="fr-FR" sz="1400" b="1" kern="1200"/>
            <a:t>Formule premium</a:t>
          </a:r>
          <a:r>
            <a:rPr lang="fr-FR" sz="1400" kern="1200"/>
            <a:t> sans limitation</a:t>
          </a:r>
          <a:endParaRPr lang="en-US" sz="1400" kern="1200"/>
        </a:p>
        <a:p>
          <a:pPr marL="114300" lvl="1" indent="-114300" algn="l" defTabSz="622300">
            <a:lnSpc>
              <a:spcPct val="90000"/>
            </a:lnSpc>
            <a:spcBef>
              <a:spcPct val="0"/>
            </a:spcBef>
            <a:spcAft>
              <a:spcPct val="15000"/>
            </a:spcAft>
            <a:buChar char="•"/>
          </a:pPr>
          <a:r>
            <a:rPr lang="fr-FR" sz="1400" kern="1200"/>
            <a:t>Architecture multi-clubs et hiérarchique</a:t>
          </a:r>
          <a:endParaRPr lang="en-US" sz="1400" kern="1200"/>
        </a:p>
        <a:p>
          <a:pPr marL="114300" lvl="1" indent="-114300" algn="l" defTabSz="622300">
            <a:lnSpc>
              <a:spcPct val="90000"/>
            </a:lnSpc>
            <a:spcBef>
              <a:spcPct val="0"/>
            </a:spcBef>
            <a:spcAft>
              <a:spcPct val="15000"/>
            </a:spcAft>
            <a:buChar char="•"/>
          </a:pPr>
          <a:r>
            <a:rPr lang="fr-FR" sz="1400" kern="1200"/>
            <a:t>Outils avancés d'organisation d'événements</a:t>
          </a:r>
          <a:endParaRPr lang="en-US" sz="1400" kern="1200"/>
        </a:p>
        <a:p>
          <a:pPr marL="114300" lvl="1" indent="-114300" algn="l" defTabSz="622300">
            <a:lnSpc>
              <a:spcPct val="90000"/>
            </a:lnSpc>
            <a:spcBef>
              <a:spcPct val="0"/>
            </a:spcBef>
            <a:spcAft>
              <a:spcPct val="15000"/>
            </a:spcAft>
            <a:buChar char="•"/>
          </a:pPr>
          <a:r>
            <a:rPr lang="fr-FR" sz="1400" kern="1200"/>
            <a:t>API pour intégration avec vos systèmes existants</a:t>
          </a:r>
          <a:endParaRPr lang="en-US" sz="1400" kern="1200"/>
        </a:p>
      </dsp:txBody>
      <dsp:txXfrm rot="-5400000">
        <a:off x="3934018" y="3027447"/>
        <a:ext cx="6941042" cy="975421"/>
      </dsp:txXfrm>
    </dsp:sp>
    <dsp:sp modelId="{BE259304-542E-465B-945A-4C0DD38D62E7}">
      <dsp:nvSpPr>
        <dsp:cNvPr id="0" name=""/>
        <dsp:cNvSpPr/>
      </dsp:nvSpPr>
      <dsp:spPr>
        <a:xfrm>
          <a:off x="0" y="2839560"/>
          <a:ext cx="3934018" cy="1351196"/>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fr-FR" sz="2600" b="1" kern="1200"/>
            <a:t>Pour les fédérations et grandes structures</a:t>
          </a:r>
          <a:endParaRPr lang="en-US" sz="2600" kern="1200"/>
        </a:p>
      </dsp:txBody>
      <dsp:txXfrm>
        <a:off x="65960" y="2905520"/>
        <a:ext cx="3802098" cy="1219276"/>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899E8-90A0-498B-A581-F992F179FF87}">
      <dsp:nvSpPr>
        <dsp:cNvPr id="0" name=""/>
        <dsp:cNvSpPr/>
      </dsp:nvSpPr>
      <dsp:spPr>
        <a:xfrm>
          <a:off x="1061437" y="53024"/>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76A42C-8CCA-4C52-8137-E1D926ED88D9}">
      <dsp:nvSpPr>
        <dsp:cNvPr id="0" name=""/>
        <dsp:cNvSpPr/>
      </dsp:nvSpPr>
      <dsp:spPr>
        <a:xfrm>
          <a:off x="1582" y="1370137"/>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b="1"/>
          </a:pPr>
          <a:r>
            <a:rPr lang="fr-FR" sz="2700" b="1" kern="1200"/>
            <a:t>Mise en route rapide</a:t>
          </a:r>
          <a:endParaRPr lang="en-US" sz="2700" kern="1200"/>
        </a:p>
      </dsp:txBody>
      <dsp:txXfrm>
        <a:off x="1582" y="1370137"/>
        <a:ext cx="3261093" cy="489164"/>
      </dsp:txXfrm>
    </dsp:sp>
    <dsp:sp modelId="{F9DE47F8-6CCD-49CD-B03C-A769FE736BF2}">
      <dsp:nvSpPr>
        <dsp:cNvPr id="0" name=""/>
        <dsp:cNvSpPr/>
      </dsp:nvSpPr>
      <dsp:spPr>
        <a:xfrm>
          <a:off x="1582" y="1941036"/>
          <a:ext cx="3261093" cy="2198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Configuration initiale guidée étape par étape</a:t>
          </a:r>
          <a:endParaRPr lang="en-US" sz="1700" kern="1200"/>
        </a:p>
        <a:p>
          <a:pPr marL="0" lvl="0" indent="0" algn="ctr" defTabSz="755650">
            <a:lnSpc>
              <a:spcPct val="90000"/>
            </a:lnSpc>
            <a:spcBef>
              <a:spcPct val="0"/>
            </a:spcBef>
            <a:spcAft>
              <a:spcPct val="35000"/>
            </a:spcAft>
            <a:buNone/>
          </a:pPr>
          <a:r>
            <a:rPr lang="fr-FR" sz="1700" kern="1200"/>
            <a:t>Import facilité de vos données existantes</a:t>
          </a:r>
          <a:endParaRPr lang="en-US" sz="1700" kern="1200"/>
        </a:p>
        <a:p>
          <a:pPr marL="0" lvl="0" indent="0" algn="ctr" defTabSz="755650">
            <a:lnSpc>
              <a:spcPct val="90000"/>
            </a:lnSpc>
            <a:spcBef>
              <a:spcPct val="0"/>
            </a:spcBef>
            <a:spcAft>
              <a:spcPct val="35000"/>
            </a:spcAft>
            <a:buNone/>
          </a:pPr>
          <a:r>
            <a:rPr lang="fr-FR" sz="1700" kern="1200"/>
            <a:t>Formation incluse pour les administrateurs</a:t>
          </a:r>
          <a:endParaRPr lang="en-US" sz="1700" kern="1200"/>
        </a:p>
        <a:p>
          <a:pPr marL="0" lvl="0" indent="0" algn="ctr" defTabSz="755650">
            <a:lnSpc>
              <a:spcPct val="90000"/>
            </a:lnSpc>
            <a:spcBef>
              <a:spcPct val="0"/>
            </a:spcBef>
            <a:spcAft>
              <a:spcPct val="35000"/>
            </a:spcAft>
            <a:buNone/>
          </a:pPr>
          <a:r>
            <a:rPr lang="fr-FR" sz="1700" kern="1200"/>
            <a:t>Documentation complète et tutoriels vidéo</a:t>
          </a:r>
          <a:endParaRPr lang="en-US" sz="1700" kern="1200"/>
        </a:p>
      </dsp:txBody>
      <dsp:txXfrm>
        <a:off x="1582" y="1941036"/>
        <a:ext cx="3261093" cy="2198743"/>
      </dsp:txXfrm>
    </dsp:sp>
    <dsp:sp modelId="{A8147F2A-3512-4945-AE2C-1D1AE3EAABA7}">
      <dsp:nvSpPr>
        <dsp:cNvPr id="0" name=""/>
        <dsp:cNvSpPr/>
      </dsp:nvSpPr>
      <dsp:spPr>
        <a:xfrm>
          <a:off x="4893223" y="53024"/>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861186-3306-4628-8987-12B20D6E4015}">
      <dsp:nvSpPr>
        <dsp:cNvPr id="0" name=""/>
        <dsp:cNvSpPr/>
      </dsp:nvSpPr>
      <dsp:spPr>
        <a:xfrm>
          <a:off x="3833367" y="1370137"/>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b="1"/>
          </a:pPr>
          <a:r>
            <a:rPr lang="fr-FR" sz="2700" b="1" kern="1200"/>
            <a:t>Interface intuitive</a:t>
          </a:r>
          <a:endParaRPr lang="en-US" sz="2700" kern="1200"/>
        </a:p>
      </dsp:txBody>
      <dsp:txXfrm>
        <a:off x="3833367" y="1370137"/>
        <a:ext cx="3261093" cy="489164"/>
      </dsp:txXfrm>
    </dsp:sp>
    <dsp:sp modelId="{D44CB7C2-CF43-4F14-A257-BA2BCAF74293}">
      <dsp:nvSpPr>
        <dsp:cNvPr id="0" name=""/>
        <dsp:cNvSpPr/>
      </dsp:nvSpPr>
      <dsp:spPr>
        <a:xfrm>
          <a:off x="3833367" y="1941036"/>
          <a:ext cx="3261093" cy="2198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Navigation simplifiée et logique</a:t>
          </a:r>
          <a:endParaRPr lang="en-US" sz="1700" kern="1200"/>
        </a:p>
        <a:p>
          <a:pPr marL="0" lvl="0" indent="0" algn="ctr" defTabSz="755650">
            <a:lnSpc>
              <a:spcPct val="90000"/>
            </a:lnSpc>
            <a:spcBef>
              <a:spcPct val="0"/>
            </a:spcBef>
            <a:spcAft>
              <a:spcPct val="35000"/>
            </a:spcAft>
            <a:buNone/>
          </a:pPr>
          <a:r>
            <a:rPr lang="fr-FR" sz="1700" kern="1200"/>
            <a:t>Design adapté à tous les appareils</a:t>
          </a:r>
          <a:endParaRPr lang="en-US" sz="1700" kern="1200"/>
        </a:p>
        <a:p>
          <a:pPr marL="0" lvl="0" indent="0" algn="ctr" defTabSz="755650">
            <a:lnSpc>
              <a:spcPct val="90000"/>
            </a:lnSpc>
            <a:spcBef>
              <a:spcPct val="0"/>
            </a:spcBef>
            <a:spcAft>
              <a:spcPct val="35000"/>
            </a:spcAft>
            <a:buNone/>
          </a:pPr>
          <a:r>
            <a:rPr lang="fr-FR" sz="1700" kern="1200"/>
            <a:t>Interfaces spécifiques selon les rôles</a:t>
          </a:r>
          <a:endParaRPr lang="en-US" sz="1700" kern="1200"/>
        </a:p>
        <a:p>
          <a:pPr marL="0" lvl="0" indent="0" algn="ctr" defTabSz="755650">
            <a:lnSpc>
              <a:spcPct val="90000"/>
            </a:lnSpc>
            <a:spcBef>
              <a:spcPct val="0"/>
            </a:spcBef>
            <a:spcAft>
              <a:spcPct val="35000"/>
            </a:spcAft>
            <a:buNone/>
          </a:pPr>
          <a:r>
            <a:rPr lang="fr-FR" sz="1700" kern="1200"/>
            <a:t>Accessibilité pour tous les utilisateurs</a:t>
          </a:r>
          <a:endParaRPr lang="en-US" sz="1700" kern="1200"/>
        </a:p>
      </dsp:txBody>
      <dsp:txXfrm>
        <a:off x="3833367" y="1941036"/>
        <a:ext cx="3261093" cy="2198743"/>
      </dsp:txXfrm>
    </dsp:sp>
    <dsp:sp modelId="{4798AEDD-03D5-4B7F-B45D-8B0D53198C2B}">
      <dsp:nvSpPr>
        <dsp:cNvPr id="0" name=""/>
        <dsp:cNvSpPr/>
      </dsp:nvSpPr>
      <dsp:spPr>
        <a:xfrm>
          <a:off x="8725008" y="53024"/>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30D57E-E872-48FA-9F55-76DBB75C07A7}">
      <dsp:nvSpPr>
        <dsp:cNvPr id="0" name=""/>
        <dsp:cNvSpPr/>
      </dsp:nvSpPr>
      <dsp:spPr>
        <a:xfrm>
          <a:off x="7665152" y="1370137"/>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b="1"/>
          </a:pPr>
          <a:r>
            <a:rPr lang="fr-FR" sz="2700" b="1" kern="1200"/>
            <a:t>Support réactif</a:t>
          </a:r>
          <a:endParaRPr lang="en-US" sz="2700" kern="1200"/>
        </a:p>
      </dsp:txBody>
      <dsp:txXfrm>
        <a:off x="7665152" y="1370137"/>
        <a:ext cx="3261093" cy="489164"/>
      </dsp:txXfrm>
    </dsp:sp>
    <dsp:sp modelId="{0A194264-D7FD-4207-B520-9DB0DCCEB7C0}">
      <dsp:nvSpPr>
        <dsp:cNvPr id="0" name=""/>
        <dsp:cNvSpPr/>
      </dsp:nvSpPr>
      <dsp:spPr>
        <a:xfrm>
          <a:off x="7665152" y="1941036"/>
          <a:ext cx="3261093" cy="21987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kern="1200"/>
            <a:t>Assistance par chat, email ou téléphone</a:t>
          </a:r>
          <a:endParaRPr lang="en-US" sz="1700" kern="1200"/>
        </a:p>
        <a:p>
          <a:pPr marL="0" lvl="0" indent="0" algn="ctr" defTabSz="755650">
            <a:lnSpc>
              <a:spcPct val="90000"/>
            </a:lnSpc>
            <a:spcBef>
              <a:spcPct val="0"/>
            </a:spcBef>
            <a:spcAft>
              <a:spcPct val="35000"/>
            </a:spcAft>
            <a:buNone/>
          </a:pPr>
          <a:r>
            <a:rPr lang="fr-FR" sz="1700" kern="1200"/>
            <a:t>Base de connaissances détaillée</a:t>
          </a:r>
          <a:endParaRPr lang="en-US" sz="1700" kern="1200"/>
        </a:p>
        <a:p>
          <a:pPr marL="0" lvl="0" indent="0" algn="ctr" defTabSz="755650">
            <a:lnSpc>
              <a:spcPct val="90000"/>
            </a:lnSpc>
            <a:spcBef>
              <a:spcPct val="0"/>
            </a:spcBef>
            <a:spcAft>
              <a:spcPct val="35000"/>
            </a:spcAft>
            <a:buNone/>
          </a:pPr>
          <a:r>
            <a:rPr lang="fr-FR" sz="1700" kern="1200"/>
            <a:t>Communauté active d'utilisateurs</a:t>
          </a:r>
          <a:endParaRPr lang="en-US" sz="1700" kern="1200"/>
        </a:p>
        <a:p>
          <a:pPr marL="0" lvl="0" indent="0" algn="ctr" defTabSz="755650">
            <a:lnSpc>
              <a:spcPct val="90000"/>
            </a:lnSpc>
            <a:spcBef>
              <a:spcPct val="0"/>
            </a:spcBef>
            <a:spcAft>
              <a:spcPct val="35000"/>
            </a:spcAft>
            <a:buNone/>
          </a:pPr>
          <a:r>
            <a:rPr lang="fr-FR" sz="1700" kern="1200"/>
            <a:t>Mises à jour régulières</a:t>
          </a:r>
          <a:endParaRPr lang="en-US" sz="1700" kern="1200"/>
        </a:p>
      </dsp:txBody>
      <dsp:txXfrm>
        <a:off x="7665152" y="1941036"/>
        <a:ext cx="3261093" cy="219874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5770EF-752B-488E-875D-5A57B8FB86B8}">
      <dsp:nvSpPr>
        <dsp:cNvPr id="0" name=""/>
        <dsp:cNvSpPr/>
      </dsp:nvSpPr>
      <dsp:spPr>
        <a:xfrm>
          <a:off x="3203730" y="1625530"/>
          <a:ext cx="1883486" cy="94174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b="1" kern="1200"/>
            <a:t>Essayez MartialComp gratuitement pendant 30 jours !</a:t>
          </a:r>
          <a:endParaRPr lang="en-US" sz="1500" kern="1200"/>
        </a:p>
      </dsp:txBody>
      <dsp:txXfrm>
        <a:off x="3231313" y="1653113"/>
        <a:ext cx="1828320" cy="886577"/>
      </dsp:txXfrm>
    </dsp:sp>
    <dsp:sp modelId="{4FB4CC3F-85F9-4C30-93F3-0320006BADF5}">
      <dsp:nvSpPr>
        <dsp:cNvPr id="0" name=""/>
        <dsp:cNvSpPr/>
      </dsp:nvSpPr>
      <dsp:spPr>
        <a:xfrm rot="17692822">
          <a:off x="4568561" y="1263934"/>
          <a:ext cx="1790705" cy="40429"/>
        </a:xfrm>
        <a:custGeom>
          <a:avLst/>
          <a:gdLst/>
          <a:ahLst/>
          <a:cxnLst/>
          <a:rect l="0" t="0" r="0" b="0"/>
          <a:pathLst>
            <a:path>
              <a:moveTo>
                <a:pt x="0" y="20214"/>
              </a:moveTo>
              <a:lnTo>
                <a:pt x="1790705" y="20214"/>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5419146" y="1239381"/>
        <a:ext cx="89535" cy="89535"/>
      </dsp:txXfrm>
    </dsp:sp>
    <dsp:sp modelId="{595284C0-BD35-471C-A25B-FFD06E199107}">
      <dsp:nvSpPr>
        <dsp:cNvPr id="0" name=""/>
        <dsp:cNvSpPr/>
      </dsp:nvSpPr>
      <dsp:spPr>
        <a:xfrm>
          <a:off x="5840611" y="1023"/>
          <a:ext cx="1883486" cy="94174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a:t>Accès complet à toutes les fonctionnalités</a:t>
          </a:r>
          <a:endParaRPr lang="en-US" sz="1500" kern="1200"/>
        </a:p>
      </dsp:txBody>
      <dsp:txXfrm>
        <a:off x="5868194" y="28606"/>
        <a:ext cx="1828320" cy="886577"/>
      </dsp:txXfrm>
    </dsp:sp>
    <dsp:sp modelId="{833DC6A8-54BD-4C61-9E1E-6DBFAD94F1A2}">
      <dsp:nvSpPr>
        <dsp:cNvPr id="0" name=""/>
        <dsp:cNvSpPr/>
      </dsp:nvSpPr>
      <dsp:spPr>
        <a:xfrm rot="19457599">
          <a:off x="5000010" y="1805436"/>
          <a:ext cx="927808" cy="40429"/>
        </a:xfrm>
        <a:custGeom>
          <a:avLst/>
          <a:gdLst/>
          <a:ahLst/>
          <a:cxnLst/>
          <a:rect l="0" t="0" r="0" b="0"/>
          <a:pathLst>
            <a:path>
              <a:moveTo>
                <a:pt x="0" y="20214"/>
              </a:moveTo>
              <a:lnTo>
                <a:pt x="927808" y="20214"/>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40719" y="1802456"/>
        <a:ext cx="46390" cy="46390"/>
      </dsp:txXfrm>
    </dsp:sp>
    <dsp:sp modelId="{DD6AFF21-5667-46B2-9EA2-471B17BFD926}">
      <dsp:nvSpPr>
        <dsp:cNvPr id="0" name=""/>
        <dsp:cNvSpPr/>
      </dsp:nvSpPr>
      <dsp:spPr>
        <a:xfrm>
          <a:off x="5840611" y="1084028"/>
          <a:ext cx="1883486" cy="94174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a:t>Aucune carte de crédit requise</a:t>
          </a:r>
          <a:endParaRPr lang="en-US" sz="1500" kern="1200"/>
        </a:p>
      </dsp:txBody>
      <dsp:txXfrm>
        <a:off x="5868194" y="1111611"/>
        <a:ext cx="1828320" cy="886577"/>
      </dsp:txXfrm>
    </dsp:sp>
    <dsp:sp modelId="{EA4EB555-D9F5-4B2E-AB43-F0D720D5BFA8}">
      <dsp:nvSpPr>
        <dsp:cNvPr id="0" name=""/>
        <dsp:cNvSpPr/>
      </dsp:nvSpPr>
      <dsp:spPr>
        <a:xfrm rot="2142401">
          <a:off x="5000010" y="2346938"/>
          <a:ext cx="927808" cy="40429"/>
        </a:xfrm>
        <a:custGeom>
          <a:avLst/>
          <a:gdLst/>
          <a:ahLst/>
          <a:cxnLst/>
          <a:rect l="0" t="0" r="0" b="0"/>
          <a:pathLst>
            <a:path>
              <a:moveTo>
                <a:pt x="0" y="20214"/>
              </a:moveTo>
              <a:lnTo>
                <a:pt x="927808" y="20214"/>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40719" y="2343958"/>
        <a:ext cx="46390" cy="46390"/>
      </dsp:txXfrm>
    </dsp:sp>
    <dsp:sp modelId="{A1338247-603A-4E5E-8EA5-782CDF25870A}">
      <dsp:nvSpPr>
        <dsp:cNvPr id="0" name=""/>
        <dsp:cNvSpPr/>
      </dsp:nvSpPr>
      <dsp:spPr>
        <a:xfrm>
          <a:off x="5840611" y="2167033"/>
          <a:ext cx="1883486" cy="94174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a:t>Configuration de votre espace personnalisé</a:t>
          </a:r>
          <a:endParaRPr lang="en-US" sz="1500" kern="1200"/>
        </a:p>
      </dsp:txBody>
      <dsp:txXfrm>
        <a:off x="5868194" y="2194616"/>
        <a:ext cx="1828320" cy="886577"/>
      </dsp:txXfrm>
    </dsp:sp>
    <dsp:sp modelId="{BF9FD5C6-80A9-4FE5-9C70-FBCCF3E970BB}">
      <dsp:nvSpPr>
        <dsp:cNvPr id="0" name=""/>
        <dsp:cNvSpPr/>
      </dsp:nvSpPr>
      <dsp:spPr>
        <a:xfrm rot="3907178">
          <a:off x="4568561" y="2888441"/>
          <a:ext cx="1790705" cy="40429"/>
        </a:xfrm>
        <a:custGeom>
          <a:avLst/>
          <a:gdLst/>
          <a:ahLst/>
          <a:cxnLst/>
          <a:rect l="0" t="0" r="0" b="0"/>
          <a:pathLst>
            <a:path>
              <a:moveTo>
                <a:pt x="0" y="20214"/>
              </a:moveTo>
              <a:lnTo>
                <a:pt x="1790705" y="20214"/>
              </a:lnTo>
            </a:path>
          </a:pathLst>
        </a:custGeom>
        <a:noFill/>
        <a:ln w="1905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5419146" y="2863888"/>
        <a:ext cx="89535" cy="89535"/>
      </dsp:txXfrm>
    </dsp:sp>
    <dsp:sp modelId="{A5F0E88A-57C5-4B6C-BB18-1C127597ED53}">
      <dsp:nvSpPr>
        <dsp:cNvPr id="0" name=""/>
        <dsp:cNvSpPr/>
      </dsp:nvSpPr>
      <dsp:spPr>
        <a:xfrm>
          <a:off x="5840611" y="3250038"/>
          <a:ext cx="1883486" cy="941743"/>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kern="1200"/>
            <a:t>Support dédié pendant la phase d'essai</a:t>
          </a:r>
          <a:endParaRPr lang="en-US" sz="1500" kern="1200"/>
        </a:p>
      </dsp:txBody>
      <dsp:txXfrm>
        <a:off x="5868194" y="3277621"/>
        <a:ext cx="1828320" cy="886577"/>
      </dsp:txXfrm>
    </dsp:sp>
    <dsp:sp modelId="{57CFF7CE-CF65-42B8-93FB-51AC0BB33BE5}">
      <dsp:nvSpPr>
        <dsp:cNvPr id="0" name=""/>
        <dsp:cNvSpPr/>
      </dsp:nvSpPr>
      <dsp:spPr>
        <a:xfrm>
          <a:off x="168699" y="3107373"/>
          <a:ext cx="1883486" cy="941743"/>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fr-FR" sz="1500" b="1" kern="1200"/>
            <a:t>[COMMENCER MON ESSAI GRATUIT]</a:t>
          </a:r>
          <a:endParaRPr lang="en-US" sz="1500" kern="1200"/>
        </a:p>
      </dsp:txBody>
      <dsp:txXfrm>
        <a:off x="196282" y="3134956"/>
        <a:ext cx="1828320" cy="886577"/>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01BDDD-82B0-4CB2-AA9D-D8F8CEC54FDC}">
      <dsp:nvSpPr>
        <dsp:cNvPr id="0" name=""/>
        <dsp:cNvSpPr/>
      </dsp:nvSpPr>
      <dsp:spPr>
        <a:xfrm>
          <a:off x="752566" y="833506"/>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111D3D-8AF1-4EE9-91F6-5092371D8813}">
      <dsp:nvSpPr>
        <dsp:cNvPr id="0" name=""/>
        <dsp:cNvSpPr/>
      </dsp:nvSpPr>
      <dsp:spPr>
        <a:xfrm>
          <a:off x="100682" y="2279298"/>
          <a:ext cx="2370489"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Est-ce que MartialComp convient à ma discipline spécifique ?</a:t>
          </a:r>
          <a:br>
            <a:rPr lang="fr-FR" sz="1100" kern="1200"/>
          </a:br>
          <a:r>
            <a:rPr lang="fr-FR" sz="1100" kern="1200"/>
            <a:t>Oui ! Notre plateforme est conçue pour s'adapter à toutes les disciplines d'arts martiaux et sports de combat, avec des options de personnalisation pour répondre à vos besoins spécifiques.</a:t>
          </a:r>
          <a:endParaRPr lang="en-US" sz="1100" kern="1200"/>
        </a:p>
      </dsp:txBody>
      <dsp:txXfrm>
        <a:off x="100682" y="2279298"/>
        <a:ext cx="2370489" cy="1080000"/>
      </dsp:txXfrm>
    </dsp:sp>
    <dsp:sp modelId="{5D2A0DAD-DED2-4FD7-9640-760FA732D4CF}">
      <dsp:nvSpPr>
        <dsp:cNvPr id="0" name=""/>
        <dsp:cNvSpPr/>
      </dsp:nvSpPr>
      <dsp:spPr>
        <a:xfrm>
          <a:off x="3537891" y="833506"/>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FC3983-6BED-4091-BAF6-60BCB1F47616}">
      <dsp:nvSpPr>
        <dsp:cNvPr id="0" name=""/>
        <dsp:cNvSpPr/>
      </dsp:nvSpPr>
      <dsp:spPr>
        <a:xfrm>
          <a:off x="2886007" y="2279298"/>
          <a:ext cx="2370489"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Quelle est la durée d'engagement ?</a:t>
          </a:r>
          <a:br>
            <a:rPr lang="fr-FR" sz="1100" kern="1200"/>
          </a:br>
          <a:r>
            <a:rPr lang="fr-FR" sz="1100" kern="1200"/>
            <a:t>Nous proposons des abonnements mensuels ou annuels sans engagement de durée. Vous pouvez annuler à tout moment.</a:t>
          </a:r>
          <a:endParaRPr lang="en-US" sz="1100" kern="1200"/>
        </a:p>
      </dsp:txBody>
      <dsp:txXfrm>
        <a:off x="2886007" y="2279298"/>
        <a:ext cx="2370489" cy="1080000"/>
      </dsp:txXfrm>
    </dsp:sp>
    <dsp:sp modelId="{B4358421-CCB3-4687-9CA0-70B8DBB0E2A9}">
      <dsp:nvSpPr>
        <dsp:cNvPr id="0" name=""/>
        <dsp:cNvSpPr/>
      </dsp:nvSpPr>
      <dsp:spPr>
        <a:xfrm>
          <a:off x="6323216" y="833506"/>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9C86424-3B63-4F54-8049-0F2F73081599}">
      <dsp:nvSpPr>
        <dsp:cNvPr id="0" name=""/>
        <dsp:cNvSpPr/>
      </dsp:nvSpPr>
      <dsp:spPr>
        <a:xfrm>
          <a:off x="5671332" y="2279298"/>
          <a:ext cx="2370489"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Mes données sont-elles sécurisées ?</a:t>
          </a:r>
          <a:br>
            <a:rPr lang="fr-FR" sz="1100" kern="1200"/>
          </a:br>
          <a:r>
            <a:rPr lang="fr-FR" sz="1100" kern="1200"/>
            <a:t>Absolument. Nous utilisons les dernières technologies de cryptage et respectons scrupuleusement le RGPD. Vos données vous appartiennent et ne sont jamais partagées.</a:t>
          </a:r>
          <a:endParaRPr lang="en-US" sz="1100" kern="1200"/>
        </a:p>
      </dsp:txBody>
      <dsp:txXfrm>
        <a:off x="5671332" y="2279298"/>
        <a:ext cx="2370489" cy="1080000"/>
      </dsp:txXfrm>
    </dsp:sp>
    <dsp:sp modelId="{B583EC0D-58C3-47B7-B089-D8AE40F1A895}">
      <dsp:nvSpPr>
        <dsp:cNvPr id="0" name=""/>
        <dsp:cNvSpPr/>
      </dsp:nvSpPr>
      <dsp:spPr>
        <a:xfrm>
          <a:off x="9108541" y="833506"/>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220D28F-B561-4E47-94AC-23F84E007150}">
      <dsp:nvSpPr>
        <dsp:cNvPr id="0" name=""/>
        <dsp:cNvSpPr/>
      </dsp:nvSpPr>
      <dsp:spPr>
        <a:xfrm>
          <a:off x="8456657" y="2279298"/>
          <a:ext cx="2370489"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Comment migrer mes données existantes ?</a:t>
          </a:r>
          <a:br>
            <a:rPr lang="fr-FR" sz="1100" kern="1200"/>
          </a:br>
          <a:r>
            <a:rPr lang="fr-FR" sz="1100" kern="1200"/>
            <a:t>Notre équipe vous accompagne dans l'importation de vos données depuis Excel, Google Sheets ou d'autres systèmes. Ce service est inclus dans votre abonnement.</a:t>
          </a:r>
          <a:endParaRPr lang="en-US" sz="1100" kern="1200"/>
        </a:p>
      </dsp:txBody>
      <dsp:txXfrm>
        <a:off x="8456657" y="2279298"/>
        <a:ext cx="2370489" cy="1080000"/>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426CE1-342E-4066-8768-A3D96D0B2F11}">
      <dsp:nvSpPr>
        <dsp:cNvPr id="0" name=""/>
        <dsp:cNvSpPr/>
      </dsp:nvSpPr>
      <dsp:spPr>
        <a:xfrm>
          <a:off x="752566" y="564667"/>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D60427E-1C7A-4B2A-A0BD-7F97ADF692DB}">
      <dsp:nvSpPr>
        <dsp:cNvPr id="0" name=""/>
        <dsp:cNvSpPr/>
      </dsp:nvSpPr>
      <dsp:spPr>
        <a:xfrm>
          <a:off x="100682" y="2091238"/>
          <a:ext cx="2370489" cy="1536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Puis-je personnaliser l'interface avec les couleurs et le logo de mon club ?</a:t>
          </a:r>
          <a:br>
            <a:rPr lang="fr-FR" sz="1100" kern="1200"/>
          </a:br>
          <a:r>
            <a:rPr lang="fr-FR" sz="1100" kern="1200"/>
            <a:t>Oui, les formules Standard et Premium permettent une personnalisation complète de l'interface avec vos éléments de marque.</a:t>
          </a:r>
          <a:endParaRPr lang="en-US" sz="1100" kern="1200"/>
        </a:p>
      </dsp:txBody>
      <dsp:txXfrm>
        <a:off x="100682" y="2091238"/>
        <a:ext cx="2370489" cy="1536899"/>
      </dsp:txXfrm>
    </dsp:sp>
    <dsp:sp modelId="{FBB15070-F3CB-4D1F-8C58-3F5A62155AD7}">
      <dsp:nvSpPr>
        <dsp:cNvPr id="0" name=""/>
        <dsp:cNvSpPr/>
      </dsp:nvSpPr>
      <dsp:spPr>
        <a:xfrm>
          <a:off x="3537891" y="564667"/>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89AF0A-23A6-4832-B68D-6A35A589FE00}">
      <dsp:nvSpPr>
        <dsp:cNvPr id="0" name=""/>
        <dsp:cNvSpPr/>
      </dsp:nvSpPr>
      <dsp:spPr>
        <a:xfrm>
          <a:off x="2886007" y="2091238"/>
          <a:ext cx="2370489" cy="1536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Comment fonctionne la boutique en ligne ?</a:t>
          </a:r>
          <a:br>
            <a:rPr lang="fr-FR" sz="1100" kern="1200"/>
          </a:br>
          <a:r>
            <a:rPr lang="fr-FR" sz="1100" kern="1200"/>
            <a:t>La boutique s'intègre directement à votre espace MartialComp. Vous pouvez ajouter vos produits, définir les prix, gérer les stocks et suivre les commandes. Nous proposons également une intégration avec les principaux fournisseurs d'équipements d'arts martiaux.</a:t>
          </a:r>
          <a:endParaRPr lang="en-US" sz="1100" kern="1200"/>
        </a:p>
      </dsp:txBody>
      <dsp:txXfrm>
        <a:off x="2886007" y="2091238"/>
        <a:ext cx="2370489" cy="1536899"/>
      </dsp:txXfrm>
    </dsp:sp>
    <dsp:sp modelId="{F5EFDB18-8FAD-462E-9DD9-15F011C095D2}">
      <dsp:nvSpPr>
        <dsp:cNvPr id="0" name=""/>
        <dsp:cNvSpPr/>
      </dsp:nvSpPr>
      <dsp:spPr>
        <a:xfrm>
          <a:off x="6323216" y="564667"/>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EAECF5-5137-44B5-B72D-22EAB9508592}">
      <dsp:nvSpPr>
        <dsp:cNvPr id="0" name=""/>
        <dsp:cNvSpPr/>
      </dsp:nvSpPr>
      <dsp:spPr>
        <a:xfrm>
          <a:off x="5671332" y="2091238"/>
          <a:ext cx="2370489" cy="1536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Est-il possible de connecter MartialComp à mon logiciel comptable ?</a:t>
          </a:r>
          <a:br>
            <a:rPr lang="fr-FR" sz="1100" kern="1200"/>
          </a:br>
          <a:r>
            <a:rPr lang="fr-FR" sz="1100" kern="1200"/>
            <a:t>Oui, nous proposons des connecteurs pour les principaux logiciels comptables (Sage, QuickBooks, etc.) ainsi que la possibilité d'exporter vos données financières aux formats standards.</a:t>
          </a:r>
          <a:endParaRPr lang="en-US" sz="1100" kern="1200"/>
        </a:p>
      </dsp:txBody>
      <dsp:txXfrm>
        <a:off x="5671332" y="2091238"/>
        <a:ext cx="2370489" cy="1536899"/>
      </dsp:txXfrm>
    </dsp:sp>
    <dsp:sp modelId="{5B64E7D9-7994-4B55-A668-724E9A556529}">
      <dsp:nvSpPr>
        <dsp:cNvPr id="0" name=""/>
        <dsp:cNvSpPr/>
      </dsp:nvSpPr>
      <dsp:spPr>
        <a:xfrm>
          <a:off x="9108541" y="564667"/>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FB49AB-E3D9-4D24-AB0F-86F4F06DFAC5}">
      <dsp:nvSpPr>
        <dsp:cNvPr id="0" name=""/>
        <dsp:cNvSpPr/>
      </dsp:nvSpPr>
      <dsp:spPr>
        <a:xfrm>
          <a:off x="8456657" y="2091238"/>
          <a:ext cx="2370489" cy="1536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fr-FR" sz="1100" b="1" kern="1200"/>
            <a:t>Proposez-vous des solutions pour les paiements en ligne ?</a:t>
          </a:r>
          <a:br>
            <a:rPr lang="fr-FR" sz="1100" kern="1200"/>
          </a:br>
          <a:r>
            <a:rPr lang="fr-FR" sz="1100" kern="1200"/>
            <a:t>Absolument. MartialComp s'intègre avec les principales solutions de paiement (Stripe, PayPal, etc.) pour les cotisations, boutique et événements.</a:t>
          </a:r>
          <a:endParaRPr lang="en-US" sz="1100" kern="1200"/>
        </a:p>
      </dsp:txBody>
      <dsp:txXfrm>
        <a:off x="8456657" y="2091238"/>
        <a:ext cx="2370489" cy="153689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9CFDAF-85B1-4FC5-9F81-1DD1B22027CB}">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84CCB0-CCA9-443B-BB3F-693EB4433C92}">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b="1" kern="1200"/>
            <a:t>MartialComp : Concentrez-vous sur votre passion, nous nous occupons du reste.</a:t>
          </a:r>
          <a:endParaRPr lang="en-US" sz="1700" kern="1200"/>
        </a:p>
      </dsp:txBody>
      <dsp:txXfrm>
        <a:off x="765914" y="2943510"/>
        <a:ext cx="4320000" cy="720000"/>
      </dsp:txXfrm>
    </dsp:sp>
    <dsp:sp modelId="{1866CFA6-0AF0-47A4-9BB7-39042DB08226}">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B83DAA-0AB5-4052-B0E1-244ADC5B97E9}">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fr-FR" sz="1700" b="1" kern="1200"/>
            <a:t>[DÉCOUVRIR NOS FORMULES]</a:t>
          </a:r>
          <a:r>
            <a:rPr lang="fr-FR" sz="1700" kern="1200"/>
            <a:t> | </a:t>
          </a:r>
          <a:r>
            <a:rPr lang="fr-FR" sz="1700" b="1" kern="1200"/>
            <a:t>[DEMANDER UNE DÉMO]</a:t>
          </a:r>
          <a:r>
            <a:rPr lang="fr-FR" sz="1700" kern="1200"/>
            <a:t> | </a:t>
          </a:r>
          <a:r>
            <a:rPr lang="fr-FR" sz="1700" b="1" kern="1200"/>
            <a:t>[NOUS CONTACTER]</a:t>
          </a:r>
          <a:endParaRPr lang="en-US" sz="1700" kern="1200"/>
        </a:p>
      </dsp:txBody>
      <dsp:txXfrm>
        <a:off x="5841914" y="2943510"/>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9.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94C8C1-94DA-ACD9-220F-D70A88A36A0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B97F2443-0BC3-48A4-1B15-08829B3DB2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BB03D221-D98C-045F-4B0F-C3C8CE2DEF87}"/>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5" name="Espace réservé du pied de page 4">
            <a:extLst>
              <a:ext uri="{FF2B5EF4-FFF2-40B4-BE49-F238E27FC236}">
                <a16:creationId xmlns:a16="http://schemas.microsoft.com/office/drawing/2014/main" id="{DBECD6C4-A001-8431-F551-0376FF0E8FB1}"/>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7346C98A-843C-14FD-FD14-84F8D01AA987}"/>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628495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E43A59-F9C6-B650-6C04-E9905107BE80}"/>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16047B4B-5F58-6A48-C342-17D94C2833D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942D7882-9619-000D-D4F2-4FAB8710BA35}"/>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5" name="Espace réservé du pied de page 4">
            <a:extLst>
              <a:ext uri="{FF2B5EF4-FFF2-40B4-BE49-F238E27FC236}">
                <a16:creationId xmlns:a16="http://schemas.microsoft.com/office/drawing/2014/main" id="{AE5B6E64-1FB5-D8C0-40E3-E29D5A37AD7C}"/>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CFE51B3-A96A-41AA-E65F-892F9CF99141}"/>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3359503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8333A9-8A05-EF23-7AD9-1BC9C65E259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838CA291-C4E5-9285-AEAF-205FC3F422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5EB286F-6370-0FA4-8EEB-085D7925A221}"/>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5" name="Espace réservé du pied de page 4">
            <a:extLst>
              <a:ext uri="{FF2B5EF4-FFF2-40B4-BE49-F238E27FC236}">
                <a16:creationId xmlns:a16="http://schemas.microsoft.com/office/drawing/2014/main" id="{61577C9F-44ED-60AB-A00E-19AA21CF1BC4}"/>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6059E2EE-3C16-4FF5-965B-998A762CFBDA}"/>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3149603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7D2A59-B042-A8F9-F177-9DFB1526DBA6}"/>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9367CF2E-E3D0-C508-F059-3B4C80F7E96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0CB11E51-043B-A37F-BB7E-845AD886169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2F65D85A-79A4-A25E-F287-C5EE043AA0D3}"/>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6" name="Espace réservé du pied de page 5">
            <a:extLst>
              <a:ext uri="{FF2B5EF4-FFF2-40B4-BE49-F238E27FC236}">
                <a16:creationId xmlns:a16="http://schemas.microsoft.com/office/drawing/2014/main" id="{E28BD279-973E-75A0-5450-35819202E91E}"/>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D892D502-9D71-E302-4BCC-93420BFD5DA9}"/>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396478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359B01-4556-7837-32FE-3FED47AD7091}"/>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C29144F4-F331-498E-FA2E-09BE0A5226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2ADD40-E26C-26BF-608A-7902B96F3C7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F6792C74-1B8D-5867-9A2C-17B9848594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D83C519-BBA8-DB2E-3A32-ED7E0B9DF29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B4087983-BAF2-BA67-94EA-2B494F17BEDB}"/>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8" name="Espace réservé du pied de page 7">
            <a:extLst>
              <a:ext uri="{FF2B5EF4-FFF2-40B4-BE49-F238E27FC236}">
                <a16:creationId xmlns:a16="http://schemas.microsoft.com/office/drawing/2014/main" id="{B35F638B-A97A-9B40-7FAB-185CFABA9BB6}"/>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EA7CAB60-B74C-BA23-4BA4-29CF040761EA}"/>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1714322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630E1B-3455-F30F-166E-75C52E065878}"/>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1E60E819-810D-B25C-7047-71F60D8F3D2C}"/>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4" name="Espace réservé du pied de page 3">
            <a:extLst>
              <a:ext uri="{FF2B5EF4-FFF2-40B4-BE49-F238E27FC236}">
                <a16:creationId xmlns:a16="http://schemas.microsoft.com/office/drawing/2014/main" id="{D895869B-9527-B17C-E3D2-77BB422AA2E0}"/>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34F76881-7BCD-7F0A-47CB-6F4B2CDAA779}"/>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1812511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269F7A3-D47E-4D42-94EC-B4AD2FC98BEA}"/>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3" name="Espace réservé du pied de page 2">
            <a:extLst>
              <a:ext uri="{FF2B5EF4-FFF2-40B4-BE49-F238E27FC236}">
                <a16:creationId xmlns:a16="http://schemas.microsoft.com/office/drawing/2014/main" id="{94636A33-DC73-7975-AE93-8E8993E476E8}"/>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D738A61C-9B0F-8093-FD1A-F2189621B968}"/>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280112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4B2ABB-951F-9CC2-8DA8-72216A4E380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7DDFA048-A807-10BD-CE13-F7589A5DD6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49E3206E-E946-11B7-4382-0A3516E3A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34EEAAE-F5FE-730A-63BA-D9FD8DD171D8}"/>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6" name="Espace réservé du pied de page 5">
            <a:extLst>
              <a:ext uri="{FF2B5EF4-FFF2-40B4-BE49-F238E27FC236}">
                <a16:creationId xmlns:a16="http://schemas.microsoft.com/office/drawing/2014/main" id="{CF4E4CF4-CE5C-164C-0ACF-CB805A8A3738}"/>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C94DAC57-E1C9-D650-3341-51D6D3A33A4F}"/>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3651683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6986E51-0F2A-BDBD-BBAA-D7C1AE21A83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C210AA7A-F972-7E40-FBF5-25DB1F714A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6FDB413A-6CD8-9815-BDFD-7F7FA195D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E317FFA-28EC-07FC-4BEB-4F87FB677A19}"/>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6" name="Espace réservé du pied de page 5">
            <a:extLst>
              <a:ext uri="{FF2B5EF4-FFF2-40B4-BE49-F238E27FC236}">
                <a16:creationId xmlns:a16="http://schemas.microsoft.com/office/drawing/2014/main" id="{35385188-C66F-498C-A146-ED5065B9CA2A}"/>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EF3D3C4D-32F1-7AC9-CC60-4DC1737BCF73}"/>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800204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42804B-6D1C-3166-8110-C46764D68EBC}"/>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6DFBE6C8-DB88-6AA8-548B-1917392D4B7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D2D21ADB-26E5-DCF9-04A0-CBDE4F5DC719}"/>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5" name="Espace réservé du pied de page 4">
            <a:extLst>
              <a:ext uri="{FF2B5EF4-FFF2-40B4-BE49-F238E27FC236}">
                <a16:creationId xmlns:a16="http://schemas.microsoft.com/office/drawing/2014/main" id="{D3C356E0-0D0D-2FA8-92D4-A5BFBFD40534}"/>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003DFA84-9550-2323-B086-AF8587A86554}"/>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4163440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6D8DD12-A0C9-160F-FE18-8476C231497B}"/>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34B6B4B0-7985-8DB3-5E58-8ACEB4CB48D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FED53327-A274-0EF6-D887-B58AEB128B27}"/>
              </a:ext>
            </a:extLst>
          </p:cNvPr>
          <p:cNvSpPr>
            <a:spLocks noGrp="1"/>
          </p:cNvSpPr>
          <p:nvPr>
            <p:ph type="dt" sz="half" idx="10"/>
          </p:nvPr>
        </p:nvSpPr>
        <p:spPr/>
        <p:txBody>
          <a:bodyPr/>
          <a:lstStyle/>
          <a:p>
            <a:fld id="{E2CEB342-0A2A-47AF-A44D-AC531ED0B955}" type="datetimeFigureOut">
              <a:rPr lang="fr-BE" smtClean="0"/>
              <a:t>23-05-25</a:t>
            </a:fld>
            <a:endParaRPr lang="fr-BE"/>
          </a:p>
        </p:txBody>
      </p:sp>
      <p:sp>
        <p:nvSpPr>
          <p:cNvPr id="5" name="Espace réservé du pied de page 4">
            <a:extLst>
              <a:ext uri="{FF2B5EF4-FFF2-40B4-BE49-F238E27FC236}">
                <a16:creationId xmlns:a16="http://schemas.microsoft.com/office/drawing/2014/main" id="{FD9E3C7F-3C83-E6BD-24BA-6191C6470443}"/>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B6A4071F-5BF8-5F97-86DA-B89BF9CB0374}"/>
              </a:ext>
            </a:extLst>
          </p:cNvPr>
          <p:cNvSpPr>
            <a:spLocks noGrp="1"/>
          </p:cNvSpPr>
          <p:nvPr>
            <p:ph type="sldNum" sz="quarter" idx="12"/>
          </p:nvPr>
        </p:nvSpPr>
        <p:spPr/>
        <p:txBody>
          <a:bodyPr/>
          <a:lstStyle/>
          <a:p>
            <a:fld id="{77B5BC34-6BFF-403A-A046-9A0EAF9FB6F3}" type="slidenum">
              <a:rPr lang="fr-BE" smtClean="0"/>
              <a:t>‹N°›</a:t>
            </a:fld>
            <a:endParaRPr lang="fr-BE"/>
          </a:p>
        </p:txBody>
      </p:sp>
    </p:spTree>
    <p:extLst>
      <p:ext uri="{BB962C8B-B14F-4D97-AF65-F5344CB8AC3E}">
        <p14:creationId xmlns:p14="http://schemas.microsoft.com/office/powerpoint/2010/main" val="257366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9140981-653D-BF15-C15D-0677D7FAC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D954DFEC-27F6-FCAC-08C4-80CECAB2DF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E5BA3B8B-F476-89B0-6090-D41B31C7ED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CEB342-0A2A-47AF-A44D-AC531ED0B955}" type="datetimeFigureOut">
              <a:rPr lang="fr-BE" smtClean="0"/>
              <a:t>23-05-25</a:t>
            </a:fld>
            <a:endParaRPr lang="fr-BE"/>
          </a:p>
        </p:txBody>
      </p:sp>
      <p:sp>
        <p:nvSpPr>
          <p:cNvPr id="5" name="Espace réservé du pied de page 4">
            <a:extLst>
              <a:ext uri="{FF2B5EF4-FFF2-40B4-BE49-F238E27FC236}">
                <a16:creationId xmlns:a16="http://schemas.microsoft.com/office/drawing/2014/main" id="{7F356DE1-F11C-A432-B67D-B05288A1E7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B94D6C74-4779-9405-4156-B5C29DE9A3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B5BC34-6BFF-403A-A046-9A0EAF9FB6F3}" type="slidenum">
              <a:rPr lang="fr-BE" smtClean="0"/>
              <a:t>‹N°›</a:t>
            </a:fld>
            <a:endParaRPr lang="fr-BE"/>
          </a:p>
        </p:txBody>
      </p:sp>
    </p:spTree>
    <p:extLst>
      <p:ext uri="{BB962C8B-B14F-4D97-AF65-F5344CB8AC3E}">
        <p14:creationId xmlns:p14="http://schemas.microsoft.com/office/powerpoint/2010/main" val="4104019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8.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8.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DA6C8AE-B3FD-9F9D-49A7-A13D12369291}"/>
              </a:ext>
            </a:extLst>
          </p:cNvPr>
          <p:cNvSpPr>
            <a:spLocks noGrp="1"/>
          </p:cNvSpPr>
          <p:nvPr>
            <p:ph type="ctrTitle"/>
          </p:nvPr>
        </p:nvSpPr>
        <p:spPr>
          <a:xfrm>
            <a:off x="982639" y="1012536"/>
            <a:ext cx="4613300" cy="3163224"/>
          </a:xfrm>
        </p:spPr>
        <p:txBody>
          <a:bodyPr anchor="t">
            <a:normAutofit fontScale="90000"/>
          </a:bodyPr>
          <a:lstStyle/>
          <a:p>
            <a:pPr algn="l"/>
            <a:r>
              <a:rPr lang="fr-FR" sz="4900" b="1" dirty="0" err="1"/>
              <a:t>MartialComp</a:t>
            </a:r>
            <a:br>
              <a:rPr lang="fr-FR" sz="3400" b="1" dirty="0"/>
            </a:br>
            <a:br>
              <a:rPr lang="fr-FR" sz="3400" b="1" dirty="0"/>
            </a:br>
            <a:r>
              <a:rPr lang="fr-FR" sz="3400" b="1" dirty="0"/>
              <a:t>La solution qui simplifie la gestion de votre club ou fédération d'arts martiaux</a:t>
            </a:r>
            <a:br>
              <a:rPr lang="fr-FR" sz="3400" b="1" dirty="0"/>
            </a:br>
            <a:endParaRPr lang="fr-BE" sz="3400" dirty="0"/>
          </a:p>
        </p:txBody>
      </p:sp>
      <p:sp>
        <p:nvSpPr>
          <p:cNvPr id="3" name="Sous-titre 2">
            <a:extLst>
              <a:ext uri="{FF2B5EF4-FFF2-40B4-BE49-F238E27FC236}">
                <a16:creationId xmlns:a16="http://schemas.microsoft.com/office/drawing/2014/main" id="{002C7926-93CF-DA26-5A3D-6A14888A9E0E}"/>
              </a:ext>
            </a:extLst>
          </p:cNvPr>
          <p:cNvSpPr>
            <a:spLocks noGrp="1"/>
          </p:cNvSpPr>
          <p:nvPr>
            <p:ph type="subTitle" idx="1"/>
          </p:nvPr>
        </p:nvSpPr>
        <p:spPr>
          <a:xfrm>
            <a:off x="982638" y="4389120"/>
            <a:ext cx="4408228" cy="1192815"/>
          </a:xfrm>
        </p:spPr>
        <p:txBody>
          <a:bodyPr anchor="b">
            <a:normAutofit/>
          </a:bodyPr>
          <a:lstStyle/>
          <a:p>
            <a:pPr algn="l"/>
            <a:endParaRPr lang="fr-BE"/>
          </a:p>
        </p:txBody>
      </p:sp>
      <p:sp>
        <p:nvSpPr>
          <p:cNvPr id="12" name="Rectangle 11">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silhouette&#10;&#10;Le contenu généré par l’IA peut être incorrect.">
            <a:extLst>
              <a:ext uri="{FF2B5EF4-FFF2-40B4-BE49-F238E27FC236}">
                <a16:creationId xmlns:a16="http://schemas.microsoft.com/office/drawing/2014/main" id="{0B20FDEA-8048-5E93-B3AC-4F75ED174EEF}"/>
              </a:ext>
            </a:extLst>
          </p:cNvPr>
          <p:cNvPicPr>
            <a:picLocks noChangeAspect="1"/>
          </p:cNvPicPr>
          <p:nvPr/>
        </p:nvPicPr>
        <p:blipFill>
          <a:blip r:embed="rId2">
            <a:extLst>
              <a:ext uri="{28A0092B-C50C-407E-A947-70E740481C1C}">
                <a14:useLocalDpi xmlns:a14="http://schemas.microsoft.com/office/drawing/2010/main" val="0"/>
              </a:ext>
            </a:extLst>
          </a:blip>
          <a:srcRect r="-3" b="-3"/>
          <a:stretch>
            <a:fillRect/>
          </a:stretch>
        </p:blipFill>
        <p:spPr>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spTree>
    <p:extLst>
      <p:ext uri="{BB962C8B-B14F-4D97-AF65-F5344CB8AC3E}">
        <p14:creationId xmlns:p14="http://schemas.microsoft.com/office/powerpoint/2010/main" val="44024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a:extLst>
              <a:ext uri="{FF2B5EF4-FFF2-40B4-BE49-F238E27FC236}">
                <a16:creationId xmlns:a16="http://schemas.microsoft.com/office/drawing/2014/main" id="{CDC1901C-A6BD-0509-1B6B-419A79DCCC37}"/>
              </a:ext>
            </a:extLst>
          </p:cNvPr>
          <p:cNvPicPr>
            <a:picLocks noGrp="1" noChangeAspect="1"/>
          </p:cNvPicPr>
          <p:nvPr>
            <p:ph idx="1"/>
          </p:nvPr>
        </p:nvPicPr>
        <p:blipFill>
          <a:blip r:embed="rId2"/>
          <a:stretch>
            <a:fillRect/>
          </a:stretch>
        </p:blipFill>
        <p:spPr>
          <a:xfrm>
            <a:off x="457200" y="863346"/>
            <a:ext cx="11277600" cy="5131307"/>
          </a:xfrm>
          <a:prstGeom prst="rect">
            <a:avLst/>
          </a:prstGeom>
        </p:spPr>
      </p:pic>
      <p:pic>
        <p:nvPicPr>
          <p:cNvPr id="6" name="Image 5" descr="Une image contenant silhouette&#10;&#10;Le contenu généré par l’IA peut être incorrect.">
            <a:extLst>
              <a:ext uri="{FF2B5EF4-FFF2-40B4-BE49-F238E27FC236}">
                <a16:creationId xmlns:a16="http://schemas.microsoft.com/office/drawing/2014/main" id="{2516ECDF-CFFC-2606-26CA-1F18A1C20079}"/>
              </a:ext>
            </a:extLst>
          </p:cNvPr>
          <p:cNvPicPr>
            <a:picLocks noChangeAspect="1"/>
          </p:cNvPicPr>
          <p:nvPr/>
        </p:nvPicPr>
        <p:blipFill>
          <a:blip r:embed="rId3">
            <a:extLst>
              <a:ext uri="{28A0092B-C50C-407E-A947-70E740481C1C}">
                <a14:useLocalDpi xmlns:a14="http://schemas.microsoft.com/office/drawing/2010/main" val="0"/>
              </a:ext>
            </a:extLst>
          </a:blip>
          <a:srcRect r="-3" b="-3"/>
          <a:stretch>
            <a:fillRect/>
          </a:stretch>
        </p:blipFill>
        <p:spPr>
          <a:xfrm>
            <a:off x="813881" y="1781021"/>
            <a:ext cx="2859073" cy="2859073"/>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spTree>
    <p:extLst>
      <p:ext uri="{BB962C8B-B14F-4D97-AF65-F5344CB8AC3E}">
        <p14:creationId xmlns:p14="http://schemas.microsoft.com/office/powerpoint/2010/main" val="1729031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3101900-49D9-F055-4FA0-F22B3B460F01}"/>
              </a:ext>
            </a:extLst>
          </p:cNvPr>
          <p:cNvSpPr>
            <a:spLocks noGrp="1"/>
          </p:cNvSpPr>
          <p:nvPr>
            <p:ph type="title"/>
          </p:nvPr>
        </p:nvSpPr>
        <p:spPr>
          <a:xfrm>
            <a:off x="761803" y="350196"/>
            <a:ext cx="4646904" cy="1624520"/>
          </a:xfrm>
        </p:spPr>
        <p:txBody>
          <a:bodyPr anchor="ctr">
            <a:normAutofit/>
          </a:bodyPr>
          <a:lstStyle/>
          <a:p>
            <a:r>
              <a:rPr lang="fr-FR" sz="3700"/>
              <a:t>Vos défis quotidiens, nos solutions concrètes</a:t>
            </a:r>
            <a:endParaRPr lang="fr-BE" sz="3700"/>
          </a:p>
        </p:txBody>
      </p:sp>
      <p:sp>
        <p:nvSpPr>
          <p:cNvPr id="3" name="Espace réservé du contenu 2">
            <a:extLst>
              <a:ext uri="{FF2B5EF4-FFF2-40B4-BE49-F238E27FC236}">
                <a16:creationId xmlns:a16="http://schemas.microsoft.com/office/drawing/2014/main" id="{C00E6853-6DC6-84A4-197F-09DB97694278}"/>
              </a:ext>
            </a:extLst>
          </p:cNvPr>
          <p:cNvSpPr>
            <a:spLocks noGrp="1"/>
          </p:cNvSpPr>
          <p:nvPr>
            <p:ph idx="1"/>
          </p:nvPr>
        </p:nvSpPr>
        <p:spPr>
          <a:xfrm>
            <a:off x="761802" y="2743200"/>
            <a:ext cx="4646905" cy="3613149"/>
          </a:xfrm>
        </p:spPr>
        <p:txBody>
          <a:bodyPr anchor="ctr">
            <a:normAutofit/>
          </a:bodyPr>
          <a:lstStyle/>
          <a:p>
            <a:r>
              <a:rPr lang="fr-FR" sz="2000"/>
              <a:t>MartialComp a été conçu par des passionnés d'arts martiaux pour répondre aux défis réels que vous rencontrez chaque jour dans la gestion de votre organisation.</a:t>
            </a:r>
            <a:endParaRPr lang="fr-BE" sz="2000"/>
          </a:p>
        </p:txBody>
      </p:sp>
      <p:pic>
        <p:nvPicPr>
          <p:cNvPr id="5" name="Picture 4" descr="Escalier près d’un couloir">
            <a:extLst>
              <a:ext uri="{FF2B5EF4-FFF2-40B4-BE49-F238E27FC236}">
                <a16:creationId xmlns:a16="http://schemas.microsoft.com/office/drawing/2014/main" id="{BF177A9D-983B-5F90-9F06-3998AE8E158B}"/>
              </a:ext>
            </a:extLst>
          </p:cNvPr>
          <p:cNvPicPr>
            <a:picLocks noChangeAspect="1"/>
          </p:cNvPicPr>
          <p:nvPr/>
        </p:nvPicPr>
        <p:blipFill>
          <a:blip r:embed="rId2"/>
          <a:srcRect l="15976" r="17283"/>
          <a:stretch>
            <a:fillRect/>
          </a:stretch>
        </p:blipFill>
        <p:spPr>
          <a:xfrm>
            <a:off x="6096000" y="1"/>
            <a:ext cx="6102825" cy="6858000"/>
          </a:xfrm>
          <a:prstGeom prst="rect">
            <a:avLst/>
          </a:prstGeom>
        </p:spPr>
      </p:pic>
    </p:spTree>
    <p:extLst>
      <p:ext uri="{BB962C8B-B14F-4D97-AF65-F5344CB8AC3E}">
        <p14:creationId xmlns:p14="http://schemas.microsoft.com/office/powerpoint/2010/main" val="1145873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70704A1-CCDA-66B9-9660-900188CF39CB}"/>
              </a:ext>
            </a:extLst>
          </p:cNvPr>
          <p:cNvSpPr>
            <a:spLocks noGrp="1"/>
          </p:cNvSpPr>
          <p:nvPr>
            <p:ph type="title"/>
          </p:nvPr>
        </p:nvSpPr>
        <p:spPr>
          <a:xfrm>
            <a:off x="586478" y="1683756"/>
            <a:ext cx="3115265" cy="2396359"/>
          </a:xfrm>
        </p:spPr>
        <p:txBody>
          <a:bodyPr anchor="b">
            <a:normAutofit/>
          </a:bodyPr>
          <a:lstStyle/>
          <a:p>
            <a:pPr algn="r"/>
            <a:r>
              <a:rPr lang="fr-FR" sz="4000">
                <a:solidFill>
                  <a:srgbClr val="FFFFFF"/>
                </a:solidFill>
              </a:rPr>
              <a:t>Pour les responsables de club</a:t>
            </a:r>
            <a:endParaRPr lang="fr-BE" sz="4000">
              <a:solidFill>
                <a:srgbClr val="FFFFFF"/>
              </a:solidFill>
            </a:endParaRPr>
          </a:p>
        </p:txBody>
      </p:sp>
      <p:graphicFrame>
        <p:nvGraphicFramePr>
          <p:cNvPr id="26" name="Espace réservé du contenu 2">
            <a:extLst>
              <a:ext uri="{FF2B5EF4-FFF2-40B4-BE49-F238E27FC236}">
                <a16:creationId xmlns:a16="http://schemas.microsoft.com/office/drawing/2014/main" id="{B8320137-703B-6BA0-5337-90173639305F}"/>
              </a:ext>
            </a:extLst>
          </p:cNvPr>
          <p:cNvGraphicFramePr>
            <a:graphicFrameLocks noGrp="1"/>
          </p:cNvGraphicFramePr>
          <p:nvPr>
            <p:ph idx="1"/>
            <p:extLst>
              <p:ext uri="{D42A27DB-BD31-4B8C-83A1-F6EECF244321}">
                <p14:modId xmlns:p14="http://schemas.microsoft.com/office/powerpoint/2010/main" val="3873613736"/>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1458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8AC66C5-7B9D-DC73-BBDD-965B75B5A4D2}"/>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Gestion financière complète</a:t>
            </a:r>
          </a:p>
        </p:txBody>
      </p:sp>
      <p:graphicFrame>
        <p:nvGraphicFramePr>
          <p:cNvPr id="6" name="Rectangle 1">
            <a:extLst>
              <a:ext uri="{FF2B5EF4-FFF2-40B4-BE49-F238E27FC236}">
                <a16:creationId xmlns:a16="http://schemas.microsoft.com/office/drawing/2014/main" id="{F0791705-EC36-DE48-E18C-090031D964CC}"/>
              </a:ext>
            </a:extLst>
          </p:cNvPr>
          <p:cNvGraphicFramePr>
            <a:graphicFrameLocks noGrp="1"/>
          </p:cNvGraphicFramePr>
          <p:nvPr>
            <p:ph idx="1"/>
            <p:extLst>
              <p:ext uri="{D42A27DB-BD31-4B8C-83A1-F6EECF244321}">
                <p14:modId xmlns:p14="http://schemas.microsoft.com/office/powerpoint/2010/main" val="56111339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89905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6ED7A1A-CF7D-3F6A-8B08-A0003DD64483}"/>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Boutique en ligne intégrée</a:t>
            </a:r>
          </a:p>
        </p:txBody>
      </p:sp>
      <p:graphicFrame>
        <p:nvGraphicFramePr>
          <p:cNvPr id="6" name="Rectangle 1">
            <a:extLst>
              <a:ext uri="{FF2B5EF4-FFF2-40B4-BE49-F238E27FC236}">
                <a16:creationId xmlns:a16="http://schemas.microsoft.com/office/drawing/2014/main" id="{168B2A84-55E3-A39B-7C93-D8B3D1ED5390}"/>
              </a:ext>
            </a:extLst>
          </p:cNvPr>
          <p:cNvGraphicFramePr>
            <a:graphicFrameLocks noGrp="1"/>
          </p:cNvGraphicFramePr>
          <p:nvPr>
            <p:ph idx="1"/>
            <p:extLst>
              <p:ext uri="{D42A27DB-BD31-4B8C-83A1-F6EECF244321}">
                <p14:modId xmlns:p14="http://schemas.microsoft.com/office/powerpoint/2010/main" val="407069886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5864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458D796-B41F-A8D8-E557-12FDDF36B75D}"/>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Gestion Électronique des Documents (GED)</a:t>
            </a:r>
            <a:endParaRPr lang="fr-BE" sz="4000">
              <a:solidFill>
                <a:srgbClr val="FFFFFF"/>
              </a:solidFill>
            </a:endParaRPr>
          </a:p>
        </p:txBody>
      </p:sp>
      <p:graphicFrame>
        <p:nvGraphicFramePr>
          <p:cNvPr id="6" name="Rectangle 1">
            <a:extLst>
              <a:ext uri="{FF2B5EF4-FFF2-40B4-BE49-F238E27FC236}">
                <a16:creationId xmlns:a16="http://schemas.microsoft.com/office/drawing/2014/main" id="{D38C91ED-08D5-A3E0-0A5D-01B6D6E708F7}"/>
              </a:ext>
            </a:extLst>
          </p:cNvPr>
          <p:cNvGraphicFramePr>
            <a:graphicFrameLocks noGrp="1"/>
          </p:cNvGraphicFramePr>
          <p:nvPr>
            <p:ph idx="1"/>
            <p:extLst>
              <p:ext uri="{D42A27DB-BD31-4B8C-83A1-F6EECF244321}">
                <p14:modId xmlns:p14="http://schemas.microsoft.com/office/powerpoint/2010/main" val="125657651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47594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C30549A-89C7-5D07-F715-C16671656276}"/>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Organisation simplifiée des cours</a:t>
            </a:r>
          </a:p>
        </p:txBody>
      </p:sp>
      <p:graphicFrame>
        <p:nvGraphicFramePr>
          <p:cNvPr id="6" name="Rectangle 1">
            <a:extLst>
              <a:ext uri="{FF2B5EF4-FFF2-40B4-BE49-F238E27FC236}">
                <a16:creationId xmlns:a16="http://schemas.microsoft.com/office/drawing/2014/main" id="{2FEF8270-7576-B624-FA99-DE7527EB3767}"/>
              </a:ext>
            </a:extLst>
          </p:cNvPr>
          <p:cNvGraphicFramePr>
            <a:graphicFrameLocks noGrp="1"/>
          </p:cNvGraphicFramePr>
          <p:nvPr>
            <p:ph idx="1"/>
            <p:extLst>
              <p:ext uri="{D42A27DB-BD31-4B8C-83A1-F6EECF244321}">
                <p14:modId xmlns:p14="http://schemas.microsoft.com/office/powerpoint/2010/main" val="49785069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86737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E52B139-B605-4159-A3C2-212CFA59A1C4}"/>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Pour les coachs et instructeurs</a:t>
            </a:r>
            <a:endParaRPr lang="fr-BE" sz="4000">
              <a:solidFill>
                <a:srgbClr val="FFFFFF"/>
              </a:solidFill>
            </a:endParaRPr>
          </a:p>
        </p:txBody>
      </p:sp>
      <p:graphicFrame>
        <p:nvGraphicFramePr>
          <p:cNvPr id="5" name="Espace réservé du contenu 2">
            <a:extLst>
              <a:ext uri="{FF2B5EF4-FFF2-40B4-BE49-F238E27FC236}">
                <a16:creationId xmlns:a16="http://schemas.microsoft.com/office/drawing/2014/main" id="{D2B013F7-B6EB-D5D3-E5F9-467CEE39A1E3}"/>
              </a:ext>
            </a:extLst>
          </p:cNvPr>
          <p:cNvGraphicFramePr>
            <a:graphicFrameLocks noGrp="1"/>
          </p:cNvGraphicFramePr>
          <p:nvPr>
            <p:ph idx="1"/>
            <p:extLst>
              <p:ext uri="{D42A27DB-BD31-4B8C-83A1-F6EECF244321}">
                <p14:modId xmlns:p14="http://schemas.microsoft.com/office/powerpoint/2010/main" val="118171268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78011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F586C0C-4667-DDE7-141B-AAA1FCA12778}"/>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Bibliothèque technique complète</a:t>
            </a:r>
          </a:p>
        </p:txBody>
      </p:sp>
      <p:graphicFrame>
        <p:nvGraphicFramePr>
          <p:cNvPr id="6" name="Rectangle 1">
            <a:extLst>
              <a:ext uri="{FF2B5EF4-FFF2-40B4-BE49-F238E27FC236}">
                <a16:creationId xmlns:a16="http://schemas.microsoft.com/office/drawing/2014/main" id="{BAE3D7B1-72FB-1D0F-4F4D-E5A438BE5097}"/>
              </a:ext>
            </a:extLst>
          </p:cNvPr>
          <p:cNvGraphicFramePr>
            <a:graphicFrameLocks noGrp="1"/>
          </p:cNvGraphicFramePr>
          <p:nvPr>
            <p:ph idx="1"/>
            <p:extLst>
              <p:ext uri="{D42A27DB-BD31-4B8C-83A1-F6EECF244321}">
                <p14:modId xmlns:p14="http://schemas.microsoft.com/office/powerpoint/2010/main" val="36666191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0497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531D097-623A-D441-8F0F-50B22C6DD007}"/>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Préparation aux compétitions optimisée</a:t>
            </a:r>
          </a:p>
        </p:txBody>
      </p:sp>
      <p:graphicFrame>
        <p:nvGraphicFramePr>
          <p:cNvPr id="6" name="Rectangle 1">
            <a:extLst>
              <a:ext uri="{FF2B5EF4-FFF2-40B4-BE49-F238E27FC236}">
                <a16:creationId xmlns:a16="http://schemas.microsoft.com/office/drawing/2014/main" id="{EB38C9DE-C86D-E1B7-6876-D2C535AD5DFB}"/>
              </a:ext>
            </a:extLst>
          </p:cNvPr>
          <p:cNvGraphicFramePr>
            <a:graphicFrameLocks noGrp="1"/>
          </p:cNvGraphicFramePr>
          <p:nvPr>
            <p:ph idx="1"/>
            <p:extLst>
              <p:ext uri="{D42A27DB-BD31-4B8C-83A1-F6EECF244321}">
                <p14:modId xmlns:p14="http://schemas.microsoft.com/office/powerpoint/2010/main" val="155090114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4296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A62E464-438B-6817-13A7-33F084CE1776}"/>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Communication directe avec les pratiquants</a:t>
            </a:r>
            <a:endParaRPr lang="fr-BE" sz="4000">
              <a:solidFill>
                <a:srgbClr val="FFFFFF"/>
              </a:solidFill>
            </a:endParaRPr>
          </a:p>
        </p:txBody>
      </p:sp>
      <p:graphicFrame>
        <p:nvGraphicFramePr>
          <p:cNvPr id="6" name="Rectangle 1">
            <a:extLst>
              <a:ext uri="{FF2B5EF4-FFF2-40B4-BE49-F238E27FC236}">
                <a16:creationId xmlns:a16="http://schemas.microsoft.com/office/drawing/2014/main" id="{E4F72490-2A94-3192-2D2E-68E161E43130}"/>
              </a:ext>
            </a:extLst>
          </p:cNvPr>
          <p:cNvGraphicFramePr>
            <a:graphicFrameLocks noGrp="1"/>
          </p:cNvGraphicFramePr>
          <p:nvPr>
            <p:ph idx="1"/>
            <p:extLst>
              <p:ext uri="{D42A27DB-BD31-4B8C-83A1-F6EECF244321}">
                <p14:modId xmlns:p14="http://schemas.microsoft.com/office/powerpoint/2010/main" val="260001364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0562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137BE6C-6A4F-8557-AD01-01B5AEDE8F5C}"/>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Pour les dirigeants de fédération</a:t>
            </a:r>
            <a:endParaRPr lang="fr-BE" sz="4000">
              <a:solidFill>
                <a:srgbClr val="FFFFFF"/>
              </a:solidFill>
            </a:endParaRPr>
          </a:p>
        </p:txBody>
      </p:sp>
      <p:graphicFrame>
        <p:nvGraphicFramePr>
          <p:cNvPr id="5" name="Espace réservé du contenu 2">
            <a:extLst>
              <a:ext uri="{FF2B5EF4-FFF2-40B4-BE49-F238E27FC236}">
                <a16:creationId xmlns:a16="http://schemas.microsoft.com/office/drawing/2014/main" id="{71624EC2-8B16-44CD-1D74-DF05BF45AB48}"/>
              </a:ext>
            </a:extLst>
          </p:cNvPr>
          <p:cNvGraphicFramePr>
            <a:graphicFrameLocks noGrp="1"/>
          </p:cNvGraphicFramePr>
          <p:nvPr>
            <p:ph idx="1"/>
            <p:extLst>
              <p:ext uri="{D42A27DB-BD31-4B8C-83A1-F6EECF244321}">
                <p14:modId xmlns:p14="http://schemas.microsoft.com/office/powerpoint/2010/main" val="147805240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2419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B0B4B90-893F-EDB6-353A-5410F85C7128}"/>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Centre de documentation fédéral</a:t>
            </a:r>
          </a:p>
        </p:txBody>
      </p:sp>
      <p:graphicFrame>
        <p:nvGraphicFramePr>
          <p:cNvPr id="6" name="Rectangle 1">
            <a:extLst>
              <a:ext uri="{FF2B5EF4-FFF2-40B4-BE49-F238E27FC236}">
                <a16:creationId xmlns:a16="http://schemas.microsoft.com/office/drawing/2014/main" id="{5479AC38-3E73-55A9-92AC-01F5DD386AAB}"/>
              </a:ext>
            </a:extLst>
          </p:cNvPr>
          <p:cNvGraphicFramePr>
            <a:graphicFrameLocks noGrp="1"/>
          </p:cNvGraphicFramePr>
          <p:nvPr>
            <p:ph idx="1"/>
            <p:extLst>
              <p:ext uri="{D42A27DB-BD31-4B8C-83A1-F6EECF244321}">
                <p14:modId xmlns:p14="http://schemas.microsoft.com/office/powerpoint/2010/main" val="14363995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2329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70B2869-4BA1-B06B-C598-A157E913D797}"/>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Gestion financière centralisée</a:t>
            </a:r>
          </a:p>
        </p:txBody>
      </p:sp>
      <p:graphicFrame>
        <p:nvGraphicFramePr>
          <p:cNvPr id="6" name="Rectangle 1">
            <a:extLst>
              <a:ext uri="{FF2B5EF4-FFF2-40B4-BE49-F238E27FC236}">
                <a16:creationId xmlns:a16="http://schemas.microsoft.com/office/drawing/2014/main" id="{70B54F23-BB86-51BF-F068-E6A334E6292E}"/>
              </a:ext>
            </a:extLst>
          </p:cNvPr>
          <p:cNvGraphicFramePr>
            <a:graphicFrameLocks noGrp="1"/>
          </p:cNvGraphicFramePr>
          <p:nvPr>
            <p:ph idx="1"/>
            <p:extLst>
              <p:ext uri="{D42A27DB-BD31-4B8C-83A1-F6EECF244321}">
                <p14:modId xmlns:p14="http://schemas.microsoft.com/office/powerpoint/2010/main" val="35589961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8486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2BF269C-4F6F-E81C-D4EE-29D5AB7CCB59}"/>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Boutique fédérale performante</a:t>
            </a:r>
          </a:p>
        </p:txBody>
      </p:sp>
      <p:graphicFrame>
        <p:nvGraphicFramePr>
          <p:cNvPr id="6" name="Rectangle 1">
            <a:extLst>
              <a:ext uri="{FF2B5EF4-FFF2-40B4-BE49-F238E27FC236}">
                <a16:creationId xmlns:a16="http://schemas.microsoft.com/office/drawing/2014/main" id="{4E98A8F7-F83D-8FDF-0ED3-F0F290E65A78}"/>
              </a:ext>
            </a:extLst>
          </p:cNvPr>
          <p:cNvGraphicFramePr>
            <a:graphicFrameLocks noGrp="1"/>
          </p:cNvGraphicFramePr>
          <p:nvPr>
            <p:ph idx="1"/>
            <p:extLst>
              <p:ext uri="{D42A27DB-BD31-4B8C-83A1-F6EECF244321}">
                <p14:modId xmlns:p14="http://schemas.microsoft.com/office/powerpoint/2010/main" val="325818218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6103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D9749B3A-9D2A-DDC5-5E27-846D4FBD22D8}"/>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Organisation des compétitions sans limite</a:t>
            </a:r>
            <a:endParaRPr lang="fr-BE" sz="4000">
              <a:solidFill>
                <a:srgbClr val="FFFFFF"/>
              </a:solidFill>
            </a:endParaRPr>
          </a:p>
        </p:txBody>
      </p:sp>
      <p:graphicFrame>
        <p:nvGraphicFramePr>
          <p:cNvPr id="6" name="Rectangle 1">
            <a:extLst>
              <a:ext uri="{FF2B5EF4-FFF2-40B4-BE49-F238E27FC236}">
                <a16:creationId xmlns:a16="http://schemas.microsoft.com/office/drawing/2014/main" id="{6BE3159B-66E6-B0A6-C7FE-45086DC8F1F7}"/>
              </a:ext>
            </a:extLst>
          </p:cNvPr>
          <p:cNvGraphicFramePr>
            <a:graphicFrameLocks noGrp="1"/>
          </p:cNvGraphicFramePr>
          <p:nvPr>
            <p:ph idx="1"/>
            <p:extLst>
              <p:ext uri="{D42A27DB-BD31-4B8C-83A1-F6EECF244321}">
                <p14:modId xmlns:p14="http://schemas.microsoft.com/office/powerpoint/2010/main" val="74518223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4899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60FE724B-93E2-CE38-63AE-877A8CDDF368}"/>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Standardisation des grades et formations</a:t>
            </a:r>
            <a:endParaRPr lang="fr-BE" sz="4000">
              <a:solidFill>
                <a:srgbClr val="FFFFFF"/>
              </a:solidFill>
            </a:endParaRPr>
          </a:p>
        </p:txBody>
      </p:sp>
      <p:graphicFrame>
        <p:nvGraphicFramePr>
          <p:cNvPr id="6" name="Rectangle 1">
            <a:extLst>
              <a:ext uri="{FF2B5EF4-FFF2-40B4-BE49-F238E27FC236}">
                <a16:creationId xmlns:a16="http://schemas.microsoft.com/office/drawing/2014/main" id="{932768D7-5A82-8A88-FCE4-F2AAE23634CC}"/>
              </a:ext>
            </a:extLst>
          </p:cNvPr>
          <p:cNvGraphicFramePr>
            <a:graphicFrameLocks noGrp="1"/>
          </p:cNvGraphicFramePr>
          <p:nvPr>
            <p:ph idx="1"/>
            <p:extLst>
              <p:ext uri="{D42A27DB-BD31-4B8C-83A1-F6EECF244321}">
                <p14:modId xmlns:p14="http://schemas.microsoft.com/office/powerpoint/2010/main" val="96949602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9937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6563BC2-B1E0-4394-3300-50BB9FA9E8E6}"/>
              </a:ext>
            </a:extLst>
          </p:cNvPr>
          <p:cNvSpPr>
            <a:spLocks noGrp="1"/>
          </p:cNvSpPr>
          <p:nvPr>
            <p:ph type="title"/>
          </p:nvPr>
        </p:nvSpPr>
        <p:spPr>
          <a:xfrm>
            <a:off x="761800" y="762001"/>
            <a:ext cx="5334197" cy="1708242"/>
          </a:xfrm>
        </p:spPr>
        <p:txBody>
          <a:bodyPr anchor="ctr">
            <a:normAutofit/>
          </a:bodyPr>
          <a:lstStyle/>
          <a:p>
            <a:r>
              <a:rPr lang="fr-FR" sz="4000"/>
              <a:t>Pour les juges et arbitres</a:t>
            </a:r>
            <a:endParaRPr lang="fr-BE" sz="4000"/>
          </a:p>
        </p:txBody>
      </p:sp>
      <p:sp>
        <p:nvSpPr>
          <p:cNvPr id="3" name="Espace réservé du contenu 2">
            <a:extLst>
              <a:ext uri="{FF2B5EF4-FFF2-40B4-BE49-F238E27FC236}">
                <a16:creationId xmlns:a16="http://schemas.microsoft.com/office/drawing/2014/main" id="{6B879D3D-1B35-BA8E-2F94-57DA8661B654}"/>
              </a:ext>
            </a:extLst>
          </p:cNvPr>
          <p:cNvSpPr>
            <a:spLocks noGrp="1"/>
          </p:cNvSpPr>
          <p:nvPr>
            <p:ph idx="1"/>
          </p:nvPr>
        </p:nvSpPr>
        <p:spPr>
          <a:xfrm>
            <a:off x="761800" y="2470244"/>
            <a:ext cx="5334197" cy="3769835"/>
          </a:xfrm>
        </p:spPr>
        <p:txBody>
          <a:bodyPr anchor="ctr">
            <a:normAutofit/>
          </a:bodyPr>
          <a:lstStyle/>
          <a:p>
            <a:r>
              <a:rPr lang="fr-FR" sz="2000" b="1"/>
              <a:t>La technologie au service de l'équité sportive !</a:t>
            </a:r>
          </a:p>
          <a:p>
            <a:r>
              <a:rPr lang="fr-FR" sz="2000" b="1"/>
              <a:t>Notation simplifiée et précise</a:t>
            </a:r>
            <a:endParaRPr lang="fr-FR" sz="2000"/>
          </a:p>
          <a:p>
            <a:pPr lvl="1"/>
            <a:r>
              <a:rPr lang="fr-FR" sz="2000"/>
              <a:t>Interface intuitive adaptée à chaque discipline</a:t>
            </a:r>
          </a:p>
          <a:p>
            <a:pPr lvl="1"/>
            <a:r>
              <a:rPr lang="fr-FR" sz="2000"/>
              <a:t>Saisie rapide des scores sur smartphone ou tablette</a:t>
            </a:r>
          </a:p>
          <a:p>
            <a:pPr lvl="1"/>
            <a:r>
              <a:rPr lang="fr-FR" sz="2000"/>
              <a:t>Calcul automatique des résultats selon vos règlements</a:t>
            </a:r>
          </a:p>
          <a:p>
            <a:pPr lvl="1"/>
            <a:r>
              <a:rPr lang="fr-FR" sz="2000"/>
              <a:t>Archivage sécurisé de toutes les décisions</a:t>
            </a:r>
          </a:p>
          <a:p>
            <a:endParaRPr lang="fr-BE" sz="2000"/>
          </a:p>
        </p:txBody>
      </p:sp>
      <p:pic>
        <p:nvPicPr>
          <p:cNvPr id="5" name="Picture 4" descr="Appareil mobile avec applications">
            <a:extLst>
              <a:ext uri="{FF2B5EF4-FFF2-40B4-BE49-F238E27FC236}">
                <a16:creationId xmlns:a16="http://schemas.microsoft.com/office/drawing/2014/main" id="{47E2AA62-0537-B680-3EEB-BE7E1DF78D4E}"/>
              </a:ext>
            </a:extLst>
          </p:cNvPr>
          <p:cNvPicPr>
            <a:picLocks noChangeAspect="1"/>
          </p:cNvPicPr>
          <p:nvPr/>
        </p:nvPicPr>
        <p:blipFill>
          <a:blip r:embed="rId2"/>
          <a:srcRect l="47945" r="8372"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447669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884C2A2-6489-49D1-5649-88ABD317E299}"/>
              </a:ext>
            </a:extLst>
          </p:cNvPr>
          <p:cNvSpPr>
            <a:spLocks noGrp="1"/>
          </p:cNvSpPr>
          <p:nvPr>
            <p:ph type="title"/>
          </p:nvPr>
        </p:nvSpPr>
        <p:spPr>
          <a:xfrm>
            <a:off x="761800" y="762001"/>
            <a:ext cx="5334197" cy="1708242"/>
          </a:xfrm>
        </p:spPr>
        <p:txBody>
          <a:bodyPr anchor="ctr">
            <a:normAutofit/>
          </a:bodyPr>
          <a:lstStyle/>
          <a:p>
            <a:r>
              <a:rPr lang="fr-BE" sz="3700"/>
              <a:t>Bibliothèque réglementaire personnalisée</a:t>
            </a:r>
          </a:p>
        </p:txBody>
      </p:sp>
      <p:sp>
        <p:nvSpPr>
          <p:cNvPr id="4" name="Rectangle 1">
            <a:extLst>
              <a:ext uri="{FF2B5EF4-FFF2-40B4-BE49-F238E27FC236}">
                <a16:creationId xmlns:a16="http://schemas.microsoft.com/office/drawing/2014/main" id="{1BF9B031-0453-0EA9-A7B1-EC3C92597007}"/>
              </a:ext>
            </a:extLst>
          </p:cNvPr>
          <p:cNvSpPr>
            <a:spLocks noGrp="1" noChangeArrowheads="1"/>
          </p:cNvSpPr>
          <p:nvPr>
            <p:ph idx="1"/>
          </p:nvPr>
        </p:nvSpPr>
        <p:spPr bwMode="auto">
          <a:xfrm>
            <a:off x="761800" y="2470244"/>
            <a:ext cx="5334197" cy="376983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fr-FR" altLang="fr-F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Accédez à tous les règlements et guides d'arbitrage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Consultez vos certifications et formations suivies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Archivez vos rapports d'arbitrage dans un espace dédié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Téléchargez les documents officiels pour les compétitions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Partagez des ressources techniques entre arbitres </a:t>
            </a:r>
          </a:p>
        </p:txBody>
      </p:sp>
      <p:pic>
        <p:nvPicPr>
          <p:cNvPr id="6" name="Picture 5" descr="Organisateurs de couleurs différentes">
            <a:extLst>
              <a:ext uri="{FF2B5EF4-FFF2-40B4-BE49-F238E27FC236}">
                <a16:creationId xmlns:a16="http://schemas.microsoft.com/office/drawing/2014/main" id="{221660FA-8DF5-F0AB-40AF-4D7D1E2B68B6}"/>
              </a:ext>
            </a:extLst>
          </p:cNvPr>
          <p:cNvPicPr>
            <a:picLocks noChangeAspect="1"/>
          </p:cNvPicPr>
          <p:nvPr/>
        </p:nvPicPr>
        <p:blipFill>
          <a:blip r:embed="rId2"/>
          <a:srcRect l="26562" r="26456"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39977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497D7BB-9DB2-4EA4-4879-3D39989781F9}"/>
              </a:ext>
            </a:extLst>
          </p:cNvPr>
          <p:cNvSpPr>
            <a:spLocks noGrp="1"/>
          </p:cNvSpPr>
          <p:nvPr>
            <p:ph type="title"/>
          </p:nvPr>
        </p:nvSpPr>
        <p:spPr>
          <a:xfrm>
            <a:off x="761800" y="762001"/>
            <a:ext cx="5334197" cy="1708242"/>
          </a:xfrm>
        </p:spPr>
        <p:txBody>
          <a:bodyPr anchor="ctr">
            <a:normAutofit/>
          </a:bodyPr>
          <a:lstStyle/>
          <a:p>
            <a:r>
              <a:rPr lang="fr-FR" sz="3700"/>
              <a:t>Gestion des disponibilités et affectations</a:t>
            </a:r>
            <a:endParaRPr lang="fr-BE" sz="3700"/>
          </a:p>
        </p:txBody>
      </p:sp>
      <p:sp>
        <p:nvSpPr>
          <p:cNvPr id="4" name="Rectangle 1">
            <a:extLst>
              <a:ext uri="{FF2B5EF4-FFF2-40B4-BE49-F238E27FC236}">
                <a16:creationId xmlns:a16="http://schemas.microsoft.com/office/drawing/2014/main" id="{34BCE605-B05B-ED26-B391-26FAFF4559C2}"/>
              </a:ext>
            </a:extLst>
          </p:cNvPr>
          <p:cNvSpPr>
            <a:spLocks noGrp="1" noChangeArrowheads="1"/>
          </p:cNvSpPr>
          <p:nvPr>
            <p:ph idx="1"/>
          </p:nvPr>
        </p:nvSpPr>
        <p:spPr bwMode="auto">
          <a:xfrm>
            <a:off x="761800" y="2470244"/>
            <a:ext cx="5334197" cy="376983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fr-FR" altLang="fr-F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Indiquez vos disponibilités pour les compétitions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Recevez des propositions d'affectation adaptées à vos qualifications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Accédez aux informations pratiques de chaque événement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Suivez votre historique d'arbitrage </a:t>
            </a:r>
          </a:p>
        </p:txBody>
      </p:sp>
      <p:pic>
        <p:nvPicPr>
          <p:cNvPr id="19" name="Picture 5" descr="Deux personnes se tenant la main">
            <a:extLst>
              <a:ext uri="{FF2B5EF4-FFF2-40B4-BE49-F238E27FC236}">
                <a16:creationId xmlns:a16="http://schemas.microsoft.com/office/drawing/2014/main" id="{F2EA9831-E4E1-C417-B766-E4609A1E9C06}"/>
              </a:ext>
            </a:extLst>
          </p:cNvPr>
          <p:cNvPicPr>
            <a:picLocks noChangeAspect="1"/>
          </p:cNvPicPr>
          <p:nvPr/>
        </p:nvPicPr>
        <p:blipFill>
          <a:blip r:embed="rId2"/>
          <a:srcRect l="21028" r="27135"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903148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CFEB548-CACC-4915-BA3A-ECFAD4BE0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37DD617-02C2-4388-A86E-BAB7BD284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6971532D-ED15-4EA1-8D74-8B9D49117B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117348" y="774914"/>
            <a:ext cx="304800" cy="429768"/>
            <a:chOff x="215328" y="-46937"/>
            <a:chExt cx="304800" cy="2773841"/>
          </a:xfrm>
        </p:grpSpPr>
        <p:cxnSp>
          <p:nvCxnSpPr>
            <p:cNvPr id="15" name="Straight Connector 14">
              <a:extLst>
                <a:ext uri="{FF2B5EF4-FFF2-40B4-BE49-F238E27FC236}">
                  <a16:creationId xmlns:a16="http://schemas.microsoft.com/office/drawing/2014/main" id="{53E0E949-6174-47F4-871C-39B2BE7B4B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A81FA79-0462-498C-A7A0-4F97CB9BD06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13F096-ACB3-4289-ADE9-7BCF5727CE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2D1F89-7331-4DB6-9053-DE817E604F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4527D98C-AF53-420B-A7B6-DD5AA7D53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1" name="Oval 20">
              <a:extLst>
                <a:ext uri="{FF2B5EF4-FFF2-40B4-BE49-F238E27FC236}">
                  <a16:creationId xmlns:a16="http://schemas.microsoft.com/office/drawing/2014/main" id="{9F0B76EE-9601-45D1-815F-6B076D42F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F5FB023-5222-4B9E-B6D1-A5040E4CEB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AAEED21-38DA-46C2-93A3-F597C8761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17EFB714-3172-4F11-BA4B-04073494A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8783C632-F1E2-40EE-AFA0-EF8D52D677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980DE84-E4A8-4C12-97F1-AADA86FFB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27">
            <a:extLst>
              <a:ext uri="{FF2B5EF4-FFF2-40B4-BE49-F238E27FC236}">
                <a16:creationId xmlns:a16="http://schemas.microsoft.com/office/drawing/2014/main" id="{7A4FCEB1-CD0B-4966-8A9D-F458E4F79B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D3866B94-A099-49F6-A378-974CED7F57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1" name="Straight Connector 30">
              <a:extLst>
                <a:ext uri="{FF2B5EF4-FFF2-40B4-BE49-F238E27FC236}">
                  <a16:creationId xmlns:a16="http://schemas.microsoft.com/office/drawing/2014/main" id="{5103C908-3FF0-4A95-851C-DF3C650FFB8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F400D3-D15B-4146-82E6-B2FC1194FED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02F76C8-7CAD-4B72-BD0D-072D2AFA0C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5CEBAD8-9DE5-4790-9CD4-C384EB371D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6" name="Rectangle 35">
            <a:extLst>
              <a:ext uri="{FF2B5EF4-FFF2-40B4-BE49-F238E27FC236}">
                <a16:creationId xmlns:a16="http://schemas.microsoft.com/office/drawing/2014/main" id="{D3B7B9BA-215A-4923-954F-3DAE9523A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34013081-B23F-45CB-A45B-562B629ADB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9" name="Straight Connector 38">
              <a:extLst>
                <a:ext uri="{FF2B5EF4-FFF2-40B4-BE49-F238E27FC236}">
                  <a16:creationId xmlns:a16="http://schemas.microsoft.com/office/drawing/2014/main" id="{4B8B11FB-E867-4638-B75F-B4B7DBDDB72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BC84FC8-9600-4AE5-9E77-38E2363A300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514F95D-50D5-4B76-B347-91D1D76F8F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85455D4-020C-4462-8A90-3B6434A5080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re 1">
            <a:extLst>
              <a:ext uri="{FF2B5EF4-FFF2-40B4-BE49-F238E27FC236}">
                <a16:creationId xmlns:a16="http://schemas.microsoft.com/office/drawing/2014/main" id="{2C8AE62A-50AB-BF3E-87E8-82908484A6ED}"/>
              </a:ext>
            </a:extLst>
          </p:cNvPr>
          <p:cNvSpPr>
            <a:spLocks noGrp="1"/>
          </p:cNvSpPr>
          <p:nvPr>
            <p:ph type="title"/>
          </p:nvPr>
        </p:nvSpPr>
        <p:spPr>
          <a:xfrm>
            <a:off x="630936" y="630935"/>
            <a:ext cx="4948230" cy="5509815"/>
          </a:xfrm>
          <a:noFill/>
        </p:spPr>
        <p:txBody>
          <a:bodyPr anchor="t">
            <a:normAutofit/>
          </a:bodyPr>
          <a:lstStyle/>
          <a:p>
            <a:r>
              <a:rPr lang="fr-FR" sz="4800"/>
              <a:t>Outils d'aide à la décision</a:t>
            </a:r>
            <a:endParaRPr lang="fr-BE" sz="4800"/>
          </a:p>
        </p:txBody>
      </p:sp>
      <p:graphicFrame>
        <p:nvGraphicFramePr>
          <p:cNvPr id="6" name="Rectangle 1">
            <a:extLst>
              <a:ext uri="{FF2B5EF4-FFF2-40B4-BE49-F238E27FC236}">
                <a16:creationId xmlns:a16="http://schemas.microsoft.com/office/drawing/2014/main" id="{F54B353E-DF07-6133-3C96-5F9FD437F20A}"/>
              </a:ext>
            </a:extLst>
          </p:cNvPr>
          <p:cNvGraphicFramePr>
            <a:graphicFrameLocks noGrp="1"/>
          </p:cNvGraphicFramePr>
          <p:nvPr>
            <p:ph idx="1"/>
            <p:extLst>
              <p:ext uri="{D42A27DB-BD31-4B8C-83A1-F6EECF244321}">
                <p14:modId xmlns:p14="http://schemas.microsoft.com/office/powerpoint/2010/main" val="1872805988"/>
              </p:ext>
            </p:extLst>
          </p:nvPr>
        </p:nvGraphicFramePr>
        <p:xfrm>
          <a:off x="5815855" y="546369"/>
          <a:ext cx="5508711" cy="5509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4697081"/>
      </p:ext>
    </p:extLst>
  </p:cSld>
  <p:clrMapOvr>
    <a:overrideClrMapping bg1="dk1" tx1="lt1" bg2="dk2" tx2="lt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8EECAA58-52BB-C061-E73F-BBA0F7363394}"/>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Pour les pratiquants</a:t>
            </a:r>
          </a:p>
        </p:txBody>
      </p:sp>
      <p:graphicFrame>
        <p:nvGraphicFramePr>
          <p:cNvPr id="5" name="Espace réservé du contenu 2">
            <a:extLst>
              <a:ext uri="{FF2B5EF4-FFF2-40B4-BE49-F238E27FC236}">
                <a16:creationId xmlns:a16="http://schemas.microsoft.com/office/drawing/2014/main" id="{5E709BC3-6C3C-862D-86D9-DAF96718D9A5}"/>
              </a:ext>
            </a:extLst>
          </p:cNvPr>
          <p:cNvGraphicFramePr>
            <a:graphicFrameLocks noGrp="1"/>
          </p:cNvGraphicFramePr>
          <p:nvPr>
            <p:ph idx="1"/>
            <p:extLst>
              <p:ext uri="{D42A27DB-BD31-4B8C-83A1-F6EECF244321}">
                <p14:modId xmlns:p14="http://schemas.microsoft.com/office/powerpoint/2010/main" val="393677873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0412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E3A2F56-093E-D46C-E8A6-4A92A5174146}"/>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Portefeuille numérique complet</a:t>
            </a:r>
          </a:p>
        </p:txBody>
      </p:sp>
      <p:graphicFrame>
        <p:nvGraphicFramePr>
          <p:cNvPr id="6" name="Rectangle 1">
            <a:extLst>
              <a:ext uri="{FF2B5EF4-FFF2-40B4-BE49-F238E27FC236}">
                <a16:creationId xmlns:a16="http://schemas.microsoft.com/office/drawing/2014/main" id="{E72C0223-443F-57E1-6D16-75FCFCF1EDD2}"/>
              </a:ext>
            </a:extLst>
          </p:cNvPr>
          <p:cNvGraphicFramePr>
            <a:graphicFrameLocks noGrp="1"/>
          </p:cNvGraphicFramePr>
          <p:nvPr>
            <p:ph idx="1"/>
            <p:extLst>
              <p:ext uri="{D42A27DB-BD31-4B8C-83A1-F6EECF244321}">
                <p14:modId xmlns:p14="http://schemas.microsoft.com/office/powerpoint/2010/main" val="25707246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4050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FA7ACA21-05D2-9486-C623-46F36B2E6383}"/>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Gestion administrative allégée</a:t>
            </a:r>
          </a:p>
        </p:txBody>
      </p:sp>
      <p:graphicFrame>
        <p:nvGraphicFramePr>
          <p:cNvPr id="6" name="Rectangle 1">
            <a:extLst>
              <a:ext uri="{FF2B5EF4-FFF2-40B4-BE49-F238E27FC236}">
                <a16:creationId xmlns:a16="http://schemas.microsoft.com/office/drawing/2014/main" id="{7334EBBA-1EDF-7F08-EC78-31DB84EECA6E}"/>
              </a:ext>
            </a:extLst>
          </p:cNvPr>
          <p:cNvGraphicFramePr>
            <a:graphicFrameLocks noGrp="1"/>
          </p:cNvGraphicFramePr>
          <p:nvPr>
            <p:ph idx="1"/>
            <p:extLst>
              <p:ext uri="{D42A27DB-BD31-4B8C-83A1-F6EECF244321}">
                <p14:modId xmlns:p14="http://schemas.microsoft.com/office/powerpoint/2010/main" val="71875653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9078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507E1C16-31C4-8D7E-B497-94C4C73D2A29}"/>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Appartenance à une communauté</a:t>
            </a:r>
          </a:p>
        </p:txBody>
      </p:sp>
      <p:graphicFrame>
        <p:nvGraphicFramePr>
          <p:cNvPr id="6" name="Rectangle 1">
            <a:extLst>
              <a:ext uri="{FF2B5EF4-FFF2-40B4-BE49-F238E27FC236}">
                <a16:creationId xmlns:a16="http://schemas.microsoft.com/office/drawing/2014/main" id="{9ED6B139-EA8A-63F8-4ADB-CEDDA584E9B1}"/>
              </a:ext>
            </a:extLst>
          </p:cNvPr>
          <p:cNvGraphicFramePr>
            <a:graphicFrameLocks noGrp="1"/>
          </p:cNvGraphicFramePr>
          <p:nvPr>
            <p:ph idx="1"/>
            <p:extLst>
              <p:ext uri="{D42A27DB-BD31-4B8C-83A1-F6EECF244321}">
                <p14:modId xmlns:p14="http://schemas.microsoft.com/office/powerpoint/2010/main" val="232199760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06123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A79B9FAC-EAD0-0E89-C7BF-4A70AE37E7B5}"/>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Une solution adaptée à toutes les disciplines</a:t>
            </a:r>
            <a:endParaRPr lang="fr-BE" sz="4000">
              <a:solidFill>
                <a:srgbClr val="FFFFFF"/>
              </a:solidFill>
            </a:endParaRPr>
          </a:p>
        </p:txBody>
      </p:sp>
      <p:graphicFrame>
        <p:nvGraphicFramePr>
          <p:cNvPr id="5" name="Espace réservé du contenu 2">
            <a:extLst>
              <a:ext uri="{FF2B5EF4-FFF2-40B4-BE49-F238E27FC236}">
                <a16:creationId xmlns:a16="http://schemas.microsoft.com/office/drawing/2014/main" id="{F1DB996F-23BD-D61B-14A9-E9883F02B37E}"/>
              </a:ext>
            </a:extLst>
          </p:cNvPr>
          <p:cNvGraphicFramePr>
            <a:graphicFrameLocks noGrp="1"/>
          </p:cNvGraphicFramePr>
          <p:nvPr>
            <p:ph idx="1"/>
            <p:extLst>
              <p:ext uri="{D42A27DB-BD31-4B8C-83A1-F6EECF244321}">
                <p14:modId xmlns:p14="http://schemas.microsoft.com/office/powerpoint/2010/main" val="196819709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643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78B7F11-9A61-B632-F7F2-14057EABBE85}"/>
              </a:ext>
            </a:extLst>
          </p:cNvPr>
          <p:cNvSpPr>
            <a:spLocks noGrp="1"/>
          </p:cNvSpPr>
          <p:nvPr>
            <p:ph type="title"/>
          </p:nvPr>
        </p:nvSpPr>
        <p:spPr>
          <a:xfrm>
            <a:off x="761803" y="350196"/>
            <a:ext cx="4646904" cy="1624520"/>
          </a:xfrm>
        </p:spPr>
        <p:txBody>
          <a:bodyPr anchor="ctr">
            <a:normAutofit/>
          </a:bodyPr>
          <a:lstStyle/>
          <a:p>
            <a:r>
              <a:rPr lang="fr-FR" sz="3700"/>
              <a:t>Des bénéfices concrets pour votre organisation</a:t>
            </a:r>
            <a:endParaRPr lang="fr-BE" sz="3700"/>
          </a:p>
        </p:txBody>
      </p:sp>
      <p:sp>
        <p:nvSpPr>
          <p:cNvPr id="3" name="Espace réservé du contenu 2">
            <a:extLst>
              <a:ext uri="{FF2B5EF4-FFF2-40B4-BE49-F238E27FC236}">
                <a16:creationId xmlns:a16="http://schemas.microsoft.com/office/drawing/2014/main" id="{59F74CCA-3316-A71E-285C-D922FF859AD9}"/>
              </a:ext>
            </a:extLst>
          </p:cNvPr>
          <p:cNvSpPr>
            <a:spLocks noGrp="1"/>
          </p:cNvSpPr>
          <p:nvPr>
            <p:ph idx="1"/>
          </p:nvPr>
        </p:nvSpPr>
        <p:spPr>
          <a:xfrm>
            <a:off x="761802" y="2743200"/>
            <a:ext cx="4646905" cy="3613149"/>
          </a:xfrm>
        </p:spPr>
        <p:txBody>
          <a:bodyPr anchor="ctr">
            <a:normAutofit/>
          </a:bodyPr>
          <a:lstStyle/>
          <a:p>
            <a:r>
              <a:rPr lang="fr-FR" sz="2000" b="1"/>
              <a:t>Gain de temps considérable</a:t>
            </a:r>
            <a:endParaRPr lang="fr-FR" sz="2000"/>
          </a:p>
          <a:p>
            <a:pPr lvl="1"/>
            <a:r>
              <a:rPr lang="fr-FR" sz="2000"/>
              <a:t>Réduisez de 70% le temps consacré aux tâches administratives</a:t>
            </a:r>
          </a:p>
          <a:p>
            <a:pPr lvl="1"/>
            <a:r>
              <a:rPr lang="fr-FR" sz="2000"/>
              <a:t>Automatisez les processus répétitifs</a:t>
            </a:r>
          </a:p>
          <a:p>
            <a:pPr lvl="1"/>
            <a:r>
              <a:rPr lang="fr-FR" sz="2000"/>
              <a:t>Centralisez toutes vos données</a:t>
            </a:r>
          </a:p>
          <a:p>
            <a:pPr lvl="1"/>
            <a:r>
              <a:rPr lang="fr-FR" sz="2000"/>
              <a:t>Accédez à tout, partout, à tout moment</a:t>
            </a:r>
          </a:p>
          <a:p>
            <a:endParaRPr lang="fr-BE" sz="2000"/>
          </a:p>
        </p:txBody>
      </p:sp>
      <p:pic>
        <p:nvPicPr>
          <p:cNvPr id="5" name="Picture 4" descr="Tir angulaire de stylo sur un graphique">
            <a:extLst>
              <a:ext uri="{FF2B5EF4-FFF2-40B4-BE49-F238E27FC236}">
                <a16:creationId xmlns:a16="http://schemas.microsoft.com/office/drawing/2014/main" id="{E2BB550F-9548-449E-1BB0-B0232D8E69B3}"/>
              </a:ext>
            </a:extLst>
          </p:cNvPr>
          <p:cNvPicPr>
            <a:picLocks noChangeAspect="1"/>
          </p:cNvPicPr>
          <p:nvPr/>
        </p:nvPicPr>
        <p:blipFill>
          <a:blip r:embed="rId2"/>
          <a:srcRect l="1567" r="39032"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741348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2" name="Rectangle 11">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14F0779-9FFF-B997-4F83-E2F6073D5E11}"/>
              </a:ext>
            </a:extLst>
          </p:cNvPr>
          <p:cNvSpPr>
            <a:spLocks noGrp="1"/>
          </p:cNvSpPr>
          <p:nvPr>
            <p:ph type="title"/>
          </p:nvPr>
        </p:nvSpPr>
        <p:spPr>
          <a:xfrm>
            <a:off x="761803" y="350196"/>
            <a:ext cx="4646904" cy="1624520"/>
          </a:xfrm>
        </p:spPr>
        <p:txBody>
          <a:bodyPr anchor="ctr">
            <a:normAutofit/>
          </a:bodyPr>
          <a:lstStyle/>
          <a:p>
            <a:r>
              <a:rPr lang="fr-BE" sz="3700"/>
              <a:t>Patrimoine documentaire valorisé</a:t>
            </a:r>
          </a:p>
        </p:txBody>
      </p:sp>
      <p:sp>
        <p:nvSpPr>
          <p:cNvPr id="4" name="Rectangle 1">
            <a:extLst>
              <a:ext uri="{FF2B5EF4-FFF2-40B4-BE49-F238E27FC236}">
                <a16:creationId xmlns:a16="http://schemas.microsoft.com/office/drawing/2014/main" id="{ADD2E7E2-82DB-CA50-CEC8-EAFBD5758FFB}"/>
              </a:ext>
            </a:extLst>
          </p:cNvPr>
          <p:cNvSpPr>
            <a:spLocks noGrp="1" noChangeArrowheads="1"/>
          </p:cNvSpPr>
          <p:nvPr>
            <p:ph idx="1"/>
          </p:nvPr>
        </p:nvSpPr>
        <p:spPr bwMode="auto">
          <a:xfrm>
            <a:off x="761802" y="2743200"/>
            <a:ext cx="4646905" cy="361314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fr-FR" altLang="fr-FR" sz="17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Centralisez l'ensemble de votre documentation technique et administrative </a:t>
            </a: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Sécurisez vos documents importants contre la perte ou la détérioration </a:t>
            </a: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Facilitez la transmission des connaissances au sein de votre organisation </a:t>
            </a: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Retrouvez instantanément n'importe quel document grâce à la recherche avancée </a:t>
            </a:r>
          </a:p>
          <a:p>
            <a:pPr marL="0" marR="0" lvl="0" indent="0" defTabSz="914400" rtl="0" eaLnBrk="0" fontAlgn="base" latinLnBrk="0" hangingPunct="0">
              <a:spcBef>
                <a:spcPct val="0"/>
              </a:spcBef>
              <a:spcAft>
                <a:spcPts val="600"/>
              </a:spcAft>
              <a:buClrTx/>
              <a:buSzTx/>
              <a:buFontTx/>
              <a:buChar char="•"/>
              <a:tabLst/>
            </a:pPr>
            <a:r>
              <a:rPr kumimoji="0" lang="fr-FR" altLang="fr-FR" sz="1700" b="0" i="0" u="none" strike="noStrike" cap="none" normalizeH="0" baseline="0">
                <a:ln>
                  <a:noFill/>
                </a:ln>
                <a:effectLst/>
                <a:latin typeface="Arial" panose="020B0604020202020204" pitchFamily="34" charset="0"/>
              </a:rPr>
              <a:t>Respectez les obligations légales d'archivage et de conservation </a:t>
            </a:r>
          </a:p>
        </p:txBody>
      </p:sp>
      <p:pic>
        <p:nvPicPr>
          <p:cNvPr id="6" name="Picture 5" descr="Organisateurs de couleurs différentes">
            <a:extLst>
              <a:ext uri="{FF2B5EF4-FFF2-40B4-BE49-F238E27FC236}">
                <a16:creationId xmlns:a16="http://schemas.microsoft.com/office/drawing/2014/main" id="{05B0EC2D-2780-C982-1433-E477B307A0A8}"/>
              </a:ext>
            </a:extLst>
          </p:cNvPr>
          <p:cNvPicPr>
            <a:picLocks noChangeAspect="1"/>
          </p:cNvPicPr>
          <p:nvPr/>
        </p:nvPicPr>
        <p:blipFill>
          <a:blip r:embed="rId2"/>
          <a:srcRect l="23134" r="23028" b="1"/>
          <a:stretch>
            <a:fillRect/>
          </a:stretch>
        </p:blipFill>
        <p:spPr>
          <a:xfrm>
            <a:off x="6096000" y="1"/>
            <a:ext cx="6102825" cy="6858000"/>
          </a:xfrm>
          <a:prstGeom prst="rect">
            <a:avLst/>
          </a:prstGeom>
        </p:spPr>
      </p:pic>
    </p:spTree>
    <p:extLst>
      <p:ext uri="{BB962C8B-B14F-4D97-AF65-F5344CB8AC3E}">
        <p14:creationId xmlns:p14="http://schemas.microsoft.com/office/powerpoint/2010/main" val="4293739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9C76E7F-A430-96A1-5221-9FF1C392CECC}"/>
              </a:ext>
            </a:extLst>
          </p:cNvPr>
          <p:cNvSpPr>
            <a:spLocks noGrp="1"/>
          </p:cNvSpPr>
          <p:nvPr>
            <p:ph type="title"/>
          </p:nvPr>
        </p:nvSpPr>
        <p:spPr>
          <a:xfrm>
            <a:off x="761800" y="762001"/>
            <a:ext cx="5334197" cy="1708242"/>
          </a:xfrm>
        </p:spPr>
        <p:txBody>
          <a:bodyPr anchor="ctr">
            <a:normAutofit/>
          </a:bodyPr>
          <a:lstStyle/>
          <a:p>
            <a:r>
              <a:rPr lang="fr-BE" sz="4000"/>
              <a:t>Optimisation financière complète</a:t>
            </a:r>
          </a:p>
        </p:txBody>
      </p:sp>
      <p:sp>
        <p:nvSpPr>
          <p:cNvPr id="4" name="Rectangle 1">
            <a:extLst>
              <a:ext uri="{FF2B5EF4-FFF2-40B4-BE49-F238E27FC236}">
                <a16:creationId xmlns:a16="http://schemas.microsoft.com/office/drawing/2014/main" id="{AC6A5559-F27E-02B2-9FD2-BA6770CDD4A6}"/>
              </a:ext>
            </a:extLst>
          </p:cNvPr>
          <p:cNvSpPr>
            <a:spLocks noGrp="1" noChangeArrowheads="1"/>
          </p:cNvSpPr>
          <p:nvPr>
            <p:ph idx="1"/>
          </p:nvPr>
        </p:nvSpPr>
        <p:spPr bwMode="auto">
          <a:xfrm>
            <a:off x="761800" y="2470244"/>
            <a:ext cx="5334197" cy="376983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endParaRPr kumimoji="0" lang="fr-FR" altLang="fr-FR" sz="20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Augmentez vos revenus grâce à la boutique en ligne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Suivez précisément vos finances et analysez votre rentabilité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Réduisez les impayés grâce aux rappels automatiques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Simplifiez votre comptabilité avec des rapports préformatés </a:t>
            </a:r>
          </a:p>
          <a:p>
            <a:pPr marL="0" marR="0" lvl="0" indent="0" defTabSz="914400" rtl="0" eaLnBrk="0" fontAlgn="base" latinLnBrk="0" hangingPunct="0">
              <a:spcBef>
                <a:spcPct val="0"/>
              </a:spcBef>
              <a:spcAft>
                <a:spcPts val="600"/>
              </a:spcAft>
              <a:buClrTx/>
              <a:buSzTx/>
              <a:buFontTx/>
              <a:buChar char="•"/>
              <a:tabLst/>
            </a:pPr>
            <a:r>
              <a:rPr kumimoji="0" lang="fr-FR" altLang="fr-FR" sz="2000" b="0" i="0" u="none" strike="noStrike" cap="none" normalizeH="0" baseline="0">
                <a:ln>
                  <a:noFill/>
                </a:ln>
                <a:effectLst/>
                <a:latin typeface="Arial" panose="020B0604020202020204" pitchFamily="34" charset="0"/>
              </a:rPr>
              <a:t>Diversifiez vos sources de revenus (boutique, stages, événements) </a:t>
            </a:r>
          </a:p>
        </p:txBody>
      </p:sp>
      <p:pic>
        <p:nvPicPr>
          <p:cNvPr id="6" name="Picture 5" descr="Bureau avec des éléments de productivité">
            <a:extLst>
              <a:ext uri="{FF2B5EF4-FFF2-40B4-BE49-F238E27FC236}">
                <a16:creationId xmlns:a16="http://schemas.microsoft.com/office/drawing/2014/main" id="{12DD5600-7373-794C-8F79-5272F07F1098}"/>
              </a:ext>
            </a:extLst>
          </p:cNvPr>
          <p:cNvPicPr>
            <a:picLocks noChangeAspect="1"/>
          </p:cNvPicPr>
          <p:nvPr/>
        </p:nvPicPr>
        <p:blipFill>
          <a:blip r:embed="rId2"/>
          <a:srcRect l="31706" r="16457"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1060778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FA0B939C-E259-E510-29EF-BDEFAA50AB4D}"/>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Économies significatives</a:t>
            </a:r>
          </a:p>
        </p:txBody>
      </p:sp>
      <p:graphicFrame>
        <p:nvGraphicFramePr>
          <p:cNvPr id="6" name="Rectangle 1">
            <a:extLst>
              <a:ext uri="{FF2B5EF4-FFF2-40B4-BE49-F238E27FC236}">
                <a16:creationId xmlns:a16="http://schemas.microsoft.com/office/drawing/2014/main" id="{E1CB547D-74DA-EFAE-90EB-64385838CAA2}"/>
              </a:ext>
            </a:extLst>
          </p:cNvPr>
          <p:cNvGraphicFramePr>
            <a:graphicFrameLocks noGrp="1"/>
          </p:cNvGraphicFramePr>
          <p:nvPr>
            <p:ph idx="1"/>
            <p:extLst>
              <p:ext uri="{D42A27DB-BD31-4B8C-83A1-F6EECF244321}">
                <p14:modId xmlns:p14="http://schemas.microsoft.com/office/powerpoint/2010/main" val="175525938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4797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9BC6D1C7-AF6A-83D5-16F4-6E6F366B1041}"/>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Professionnalisation de votre image</a:t>
            </a:r>
          </a:p>
        </p:txBody>
      </p:sp>
      <p:graphicFrame>
        <p:nvGraphicFramePr>
          <p:cNvPr id="6" name="Rectangle 1">
            <a:extLst>
              <a:ext uri="{FF2B5EF4-FFF2-40B4-BE49-F238E27FC236}">
                <a16:creationId xmlns:a16="http://schemas.microsoft.com/office/drawing/2014/main" id="{346D597E-4EB4-7652-7C8A-0335707B1C95}"/>
              </a:ext>
            </a:extLst>
          </p:cNvPr>
          <p:cNvGraphicFramePr>
            <a:graphicFrameLocks noGrp="1"/>
          </p:cNvGraphicFramePr>
          <p:nvPr>
            <p:ph idx="1"/>
            <p:extLst>
              <p:ext uri="{D42A27DB-BD31-4B8C-83A1-F6EECF244321}">
                <p14:modId xmlns:p14="http://schemas.microsoft.com/office/powerpoint/2010/main" val="77687136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486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F1334220-5108-2312-7553-AB3D5775C952}"/>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Tranquillité d'esprit</a:t>
            </a:r>
          </a:p>
        </p:txBody>
      </p:sp>
      <p:graphicFrame>
        <p:nvGraphicFramePr>
          <p:cNvPr id="6" name="Rectangle 1">
            <a:extLst>
              <a:ext uri="{FF2B5EF4-FFF2-40B4-BE49-F238E27FC236}">
                <a16:creationId xmlns:a16="http://schemas.microsoft.com/office/drawing/2014/main" id="{8A83D340-10B7-DFAA-05A0-388953D6B1F3}"/>
              </a:ext>
            </a:extLst>
          </p:cNvPr>
          <p:cNvGraphicFramePr>
            <a:graphicFrameLocks noGrp="1"/>
          </p:cNvGraphicFramePr>
          <p:nvPr>
            <p:ph idx="1"/>
            <p:extLst>
              <p:ext uri="{D42A27DB-BD31-4B8C-83A1-F6EECF244321}">
                <p14:modId xmlns:p14="http://schemas.microsoft.com/office/powerpoint/2010/main" val="265011861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42688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ED264B7-3302-95BA-863E-06030EFAF414}"/>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Témoignages de nos utilisateurs</a:t>
            </a:r>
          </a:p>
        </p:txBody>
      </p:sp>
      <p:graphicFrame>
        <p:nvGraphicFramePr>
          <p:cNvPr id="5" name="Espace réservé du contenu 2">
            <a:extLst>
              <a:ext uri="{FF2B5EF4-FFF2-40B4-BE49-F238E27FC236}">
                <a16:creationId xmlns:a16="http://schemas.microsoft.com/office/drawing/2014/main" id="{31409EA7-8FB9-C620-30DA-C54C3DE7E693}"/>
              </a:ext>
            </a:extLst>
          </p:cNvPr>
          <p:cNvGraphicFramePr>
            <a:graphicFrameLocks noGrp="1"/>
          </p:cNvGraphicFramePr>
          <p:nvPr>
            <p:ph idx="1"/>
            <p:extLst>
              <p:ext uri="{D42A27DB-BD31-4B8C-83A1-F6EECF244321}">
                <p14:modId xmlns:p14="http://schemas.microsoft.com/office/powerpoint/2010/main" val="413780497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76235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12B190E-13FB-82D0-CEFF-8843D00F858F}"/>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Témoignages de nos utilisateurs</a:t>
            </a:r>
          </a:p>
        </p:txBody>
      </p:sp>
      <p:graphicFrame>
        <p:nvGraphicFramePr>
          <p:cNvPr id="5" name="Espace réservé du contenu 2">
            <a:extLst>
              <a:ext uri="{FF2B5EF4-FFF2-40B4-BE49-F238E27FC236}">
                <a16:creationId xmlns:a16="http://schemas.microsoft.com/office/drawing/2014/main" id="{0561A281-5354-D993-3572-CFCFBE294C3B}"/>
              </a:ext>
            </a:extLst>
          </p:cNvPr>
          <p:cNvGraphicFramePr>
            <a:graphicFrameLocks noGrp="1"/>
          </p:cNvGraphicFramePr>
          <p:nvPr>
            <p:ph idx="1"/>
            <p:extLst>
              <p:ext uri="{D42A27DB-BD31-4B8C-83A1-F6EECF244321}">
                <p14:modId xmlns:p14="http://schemas.microsoft.com/office/powerpoint/2010/main" val="3079228834"/>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229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BDB5395C-489A-58B4-F36A-B6FF4CF1D377}"/>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Adapté à toutes les tailles d'organisation</a:t>
            </a:r>
            <a:endParaRPr lang="fr-BE" sz="4000">
              <a:solidFill>
                <a:srgbClr val="FFFFFF"/>
              </a:solidFill>
            </a:endParaRPr>
          </a:p>
        </p:txBody>
      </p:sp>
      <p:graphicFrame>
        <p:nvGraphicFramePr>
          <p:cNvPr id="21" name="Espace réservé du contenu 2">
            <a:extLst>
              <a:ext uri="{FF2B5EF4-FFF2-40B4-BE49-F238E27FC236}">
                <a16:creationId xmlns:a16="http://schemas.microsoft.com/office/drawing/2014/main" id="{CF8A5FDF-B5B4-949E-211F-598BB4706039}"/>
              </a:ext>
            </a:extLst>
          </p:cNvPr>
          <p:cNvGraphicFramePr>
            <a:graphicFrameLocks noGrp="1"/>
          </p:cNvGraphicFramePr>
          <p:nvPr>
            <p:ph idx="1"/>
            <p:extLst>
              <p:ext uri="{D42A27DB-BD31-4B8C-83A1-F6EECF244321}">
                <p14:modId xmlns:p14="http://schemas.microsoft.com/office/powerpoint/2010/main" val="15455015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4793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2B74E51-0BF0-1032-E2D8-60D5CB90D6AE}"/>
              </a:ext>
            </a:extLst>
          </p:cNvPr>
          <p:cNvSpPr>
            <a:spLocks noGrp="1"/>
          </p:cNvSpPr>
          <p:nvPr>
            <p:ph type="title"/>
          </p:nvPr>
        </p:nvSpPr>
        <p:spPr>
          <a:xfrm>
            <a:off x="1371597" y="348865"/>
            <a:ext cx="10044023" cy="877729"/>
          </a:xfrm>
        </p:spPr>
        <p:txBody>
          <a:bodyPr anchor="ctr">
            <a:normAutofit/>
          </a:bodyPr>
          <a:lstStyle/>
          <a:p>
            <a:r>
              <a:rPr lang="fr-FR" sz="4000">
                <a:solidFill>
                  <a:srgbClr val="FFFFFF"/>
                </a:solidFill>
              </a:rPr>
              <a:t>Simple à adopter, facile à utiliser</a:t>
            </a:r>
            <a:endParaRPr lang="fr-BE" sz="4000">
              <a:solidFill>
                <a:srgbClr val="FFFFFF"/>
              </a:solidFill>
            </a:endParaRPr>
          </a:p>
        </p:txBody>
      </p:sp>
      <p:graphicFrame>
        <p:nvGraphicFramePr>
          <p:cNvPr id="5" name="Espace réservé du contenu 2">
            <a:extLst>
              <a:ext uri="{FF2B5EF4-FFF2-40B4-BE49-F238E27FC236}">
                <a16:creationId xmlns:a16="http://schemas.microsoft.com/office/drawing/2014/main" id="{F7118C0B-A1A1-057B-260D-685E9EE9F30B}"/>
              </a:ext>
            </a:extLst>
          </p:cNvPr>
          <p:cNvGraphicFramePr>
            <a:graphicFrameLocks noGrp="1"/>
          </p:cNvGraphicFramePr>
          <p:nvPr>
            <p:ph idx="1"/>
            <p:extLst>
              <p:ext uri="{D42A27DB-BD31-4B8C-83A1-F6EECF244321}">
                <p14:modId xmlns:p14="http://schemas.microsoft.com/office/powerpoint/2010/main" val="43351911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3675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C7D015-0DD8-420F-A568-AC4FEDC412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C595556-C814-4F1F-B0E5-71812F38A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ppareil mobile avec applications">
            <a:extLst>
              <a:ext uri="{FF2B5EF4-FFF2-40B4-BE49-F238E27FC236}">
                <a16:creationId xmlns:a16="http://schemas.microsoft.com/office/drawing/2014/main" id="{06E43FA2-9D7A-F3FA-4C00-A1E091E97B35}"/>
              </a:ext>
            </a:extLst>
          </p:cNvPr>
          <p:cNvPicPr>
            <a:picLocks noChangeAspect="1"/>
          </p:cNvPicPr>
          <p:nvPr/>
        </p:nvPicPr>
        <p:blipFill>
          <a:blip r:embed="rId2">
            <a:alphaModFix amt="60000"/>
          </a:blip>
          <a:srcRect/>
          <a:stretch>
            <a:fillRect/>
          </a:stretch>
        </p:blipFill>
        <p:spPr>
          <a:xfrm>
            <a:off x="-1" y="10"/>
            <a:ext cx="12192001" cy="6857990"/>
          </a:xfrm>
          <a:prstGeom prst="rect">
            <a:avLst/>
          </a:prstGeom>
        </p:spPr>
      </p:pic>
      <p:sp>
        <p:nvSpPr>
          <p:cNvPr id="2" name="Titre 1">
            <a:extLst>
              <a:ext uri="{FF2B5EF4-FFF2-40B4-BE49-F238E27FC236}">
                <a16:creationId xmlns:a16="http://schemas.microsoft.com/office/drawing/2014/main" id="{65B3120D-BFB4-C98C-DD5B-6C943A21AF7F}"/>
              </a:ext>
            </a:extLst>
          </p:cNvPr>
          <p:cNvSpPr>
            <a:spLocks noGrp="1"/>
          </p:cNvSpPr>
          <p:nvPr>
            <p:ph type="title"/>
          </p:nvPr>
        </p:nvSpPr>
        <p:spPr>
          <a:xfrm>
            <a:off x="838200" y="557189"/>
            <a:ext cx="4155825" cy="5571898"/>
          </a:xfrm>
        </p:spPr>
        <p:txBody>
          <a:bodyPr>
            <a:normAutofit/>
          </a:bodyPr>
          <a:lstStyle/>
          <a:p>
            <a:r>
              <a:rPr lang="fr-FR">
                <a:solidFill>
                  <a:srgbClr val="FFFFFF"/>
                </a:solidFill>
              </a:rPr>
              <a:t>Disponible partout, tout le temps</a:t>
            </a:r>
            <a:endParaRPr lang="fr-BE">
              <a:solidFill>
                <a:srgbClr val="FFFFFF"/>
              </a:solidFill>
            </a:endParaRPr>
          </a:p>
        </p:txBody>
      </p:sp>
      <p:sp>
        <p:nvSpPr>
          <p:cNvPr id="3" name="Espace réservé du contenu 2">
            <a:extLst>
              <a:ext uri="{FF2B5EF4-FFF2-40B4-BE49-F238E27FC236}">
                <a16:creationId xmlns:a16="http://schemas.microsoft.com/office/drawing/2014/main" id="{1418AC5C-6159-EB03-8313-2422BC807EE6}"/>
              </a:ext>
            </a:extLst>
          </p:cNvPr>
          <p:cNvSpPr>
            <a:spLocks noGrp="1"/>
          </p:cNvSpPr>
          <p:nvPr>
            <p:ph idx="1"/>
          </p:nvPr>
        </p:nvSpPr>
        <p:spPr>
          <a:xfrm>
            <a:off x="5186552" y="557189"/>
            <a:ext cx="6167246" cy="5571898"/>
          </a:xfrm>
        </p:spPr>
        <p:txBody>
          <a:bodyPr anchor="ctr">
            <a:normAutofit/>
          </a:bodyPr>
          <a:lstStyle/>
          <a:p>
            <a:r>
              <a:rPr lang="fr-FR" sz="1900" b="1">
                <a:solidFill>
                  <a:srgbClr val="FFFFFF"/>
                </a:solidFill>
              </a:rPr>
              <a:t>Application web complète</a:t>
            </a:r>
            <a:endParaRPr lang="fr-FR" sz="1900">
              <a:solidFill>
                <a:srgbClr val="FFFFFF"/>
              </a:solidFill>
            </a:endParaRPr>
          </a:p>
          <a:p>
            <a:pPr lvl="1"/>
            <a:r>
              <a:rPr lang="fr-FR" sz="1900">
                <a:solidFill>
                  <a:srgbClr val="FFFFFF"/>
                </a:solidFill>
              </a:rPr>
              <a:t>Accessible depuis n'importe quel navigateur</a:t>
            </a:r>
          </a:p>
          <a:p>
            <a:pPr lvl="1"/>
            <a:r>
              <a:rPr lang="fr-FR" sz="1900">
                <a:solidFill>
                  <a:srgbClr val="FFFFFF"/>
                </a:solidFill>
              </a:rPr>
              <a:t>Aucune installation requise</a:t>
            </a:r>
          </a:p>
          <a:p>
            <a:pPr lvl="1"/>
            <a:r>
              <a:rPr lang="fr-FR" sz="1900">
                <a:solidFill>
                  <a:srgbClr val="FFFFFF"/>
                </a:solidFill>
              </a:rPr>
              <a:t>Interface adaptée à tous les écrans</a:t>
            </a:r>
          </a:p>
          <a:p>
            <a:pPr lvl="1"/>
            <a:r>
              <a:rPr lang="fr-FR" sz="1900">
                <a:solidFill>
                  <a:srgbClr val="FFFFFF"/>
                </a:solidFill>
              </a:rPr>
              <a:t>Sécurité optimale</a:t>
            </a:r>
          </a:p>
          <a:p>
            <a:r>
              <a:rPr lang="fr-FR" sz="1900" b="1">
                <a:solidFill>
                  <a:srgbClr val="FFFFFF"/>
                </a:solidFill>
              </a:rPr>
              <a:t>Application mobile puissante</a:t>
            </a:r>
            <a:endParaRPr lang="fr-FR" sz="1900">
              <a:solidFill>
                <a:srgbClr val="FFFFFF"/>
              </a:solidFill>
            </a:endParaRPr>
          </a:p>
          <a:p>
            <a:pPr lvl="1"/>
            <a:r>
              <a:rPr lang="fr-FR" sz="1900">
                <a:solidFill>
                  <a:srgbClr val="FFFFFF"/>
                </a:solidFill>
              </a:rPr>
              <a:t>Disponible sur iOS et Android</a:t>
            </a:r>
          </a:p>
          <a:p>
            <a:pPr lvl="1"/>
            <a:r>
              <a:rPr lang="fr-FR" sz="1900">
                <a:solidFill>
                  <a:srgbClr val="FFFFFF"/>
                </a:solidFill>
              </a:rPr>
              <a:t>Fonctionnalités essentielles même hors connexion</a:t>
            </a:r>
          </a:p>
          <a:p>
            <a:pPr lvl="1"/>
            <a:r>
              <a:rPr lang="fr-FR" sz="1900">
                <a:solidFill>
                  <a:srgbClr val="FFFFFF"/>
                </a:solidFill>
              </a:rPr>
              <a:t>Notifications importantes en temps réel</a:t>
            </a:r>
          </a:p>
          <a:p>
            <a:pPr lvl="1"/>
            <a:r>
              <a:rPr lang="fr-FR" sz="1900">
                <a:solidFill>
                  <a:srgbClr val="FFFFFF"/>
                </a:solidFill>
              </a:rPr>
              <a:t>Scanner de QR code intégré</a:t>
            </a:r>
          </a:p>
          <a:p>
            <a:r>
              <a:rPr lang="fr-FR" sz="1900" b="1">
                <a:solidFill>
                  <a:srgbClr val="FFFFFF"/>
                </a:solidFill>
              </a:rPr>
              <a:t>Synchronisation parfaite</a:t>
            </a:r>
            <a:endParaRPr lang="fr-FR" sz="1900">
              <a:solidFill>
                <a:srgbClr val="FFFFFF"/>
              </a:solidFill>
            </a:endParaRPr>
          </a:p>
          <a:p>
            <a:pPr lvl="1"/>
            <a:r>
              <a:rPr lang="fr-FR" sz="1900">
                <a:solidFill>
                  <a:srgbClr val="FFFFFF"/>
                </a:solidFill>
              </a:rPr>
              <a:t>Toutes vos données à jour sur tous vos appareils</a:t>
            </a:r>
          </a:p>
          <a:p>
            <a:pPr lvl="1"/>
            <a:r>
              <a:rPr lang="fr-FR" sz="1900">
                <a:solidFill>
                  <a:srgbClr val="FFFFFF"/>
                </a:solidFill>
              </a:rPr>
              <a:t>Travaillez où que vous soyez</a:t>
            </a:r>
          </a:p>
          <a:p>
            <a:pPr lvl="1"/>
            <a:r>
              <a:rPr lang="fr-FR" sz="1900">
                <a:solidFill>
                  <a:srgbClr val="FFFFFF"/>
                </a:solidFill>
              </a:rPr>
              <a:t>Partagez les accès avec votre équipe</a:t>
            </a:r>
          </a:p>
          <a:p>
            <a:pPr lvl="1"/>
            <a:r>
              <a:rPr lang="fr-FR" sz="1900">
                <a:solidFill>
                  <a:srgbClr val="FFFFFF"/>
                </a:solidFill>
              </a:rPr>
              <a:t>Sauvegarde automatique de toutes les informations</a:t>
            </a:r>
          </a:p>
          <a:p>
            <a:endParaRPr lang="fr-BE" sz="1900">
              <a:solidFill>
                <a:srgbClr val="FFFFFF"/>
              </a:solidFill>
            </a:endParaRPr>
          </a:p>
        </p:txBody>
      </p:sp>
    </p:spTree>
    <p:extLst>
      <p:ext uri="{BB962C8B-B14F-4D97-AF65-F5344CB8AC3E}">
        <p14:creationId xmlns:p14="http://schemas.microsoft.com/office/powerpoint/2010/main" val="486339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EA3D4C1B-227C-2EC1-16CA-9863691E3506}"/>
              </a:ext>
            </a:extLst>
          </p:cNvPr>
          <p:cNvSpPr>
            <a:spLocks noGrp="1"/>
          </p:cNvSpPr>
          <p:nvPr>
            <p:ph type="title"/>
          </p:nvPr>
        </p:nvSpPr>
        <p:spPr>
          <a:xfrm>
            <a:off x="1371597" y="348865"/>
            <a:ext cx="10044023" cy="877729"/>
          </a:xfrm>
        </p:spPr>
        <p:txBody>
          <a:bodyPr anchor="ctr">
            <a:normAutofit/>
          </a:bodyPr>
          <a:lstStyle/>
          <a:p>
            <a:r>
              <a:rPr lang="fr-FR" sz="3700">
                <a:solidFill>
                  <a:srgbClr val="FFFFFF"/>
                </a:solidFill>
              </a:rPr>
              <a:t>Prêt à simplifier la gestion de votre organisation ?</a:t>
            </a:r>
            <a:endParaRPr lang="fr-BE" sz="3700">
              <a:solidFill>
                <a:srgbClr val="FFFFFF"/>
              </a:solidFill>
            </a:endParaRPr>
          </a:p>
        </p:txBody>
      </p:sp>
      <p:graphicFrame>
        <p:nvGraphicFramePr>
          <p:cNvPr id="5" name="Espace réservé du contenu 2">
            <a:extLst>
              <a:ext uri="{FF2B5EF4-FFF2-40B4-BE49-F238E27FC236}">
                <a16:creationId xmlns:a16="http://schemas.microsoft.com/office/drawing/2014/main" id="{57D23631-D1D5-C1B2-E8E8-8787A975FE9C}"/>
              </a:ext>
            </a:extLst>
          </p:cNvPr>
          <p:cNvGraphicFramePr>
            <a:graphicFrameLocks noGrp="1"/>
          </p:cNvGraphicFramePr>
          <p:nvPr>
            <p:ph idx="1"/>
            <p:extLst>
              <p:ext uri="{D42A27DB-BD31-4B8C-83A1-F6EECF244321}">
                <p14:modId xmlns:p14="http://schemas.microsoft.com/office/powerpoint/2010/main" val="163456568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3427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8922E3D-2D5F-6081-7ADC-AACE7AFC235A}"/>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Questions fréquentes</a:t>
            </a:r>
          </a:p>
        </p:txBody>
      </p:sp>
      <p:graphicFrame>
        <p:nvGraphicFramePr>
          <p:cNvPr id="5" name="Espace réservé du contenu 2">
            <a:extLst>
              <a:ext uri="{FF2B5EF4-FFF2-40B4-BE49-F238E27FC236}">
                <a16:creationId xmlns:a16="http://schemas.microsoft.com/office/drawing/2014/main" id="{BA1BBE4C-0A51-A829-B9DE-CEAE2DF5F4B5}"/>
              </a:ext>
            </a:extLst>
          </p:cNvPr>
          <p:cNvGraphicFramePr>
            <a:graphicFrameLocks noGrp="1"/>
          </p:cNvGraphicFramePr>
          <p:nvPr>
            <p:ph idx="1"/>
            <p:extLst>
              <p:ext uri="{D42A27DB-BD31-4B8C-83A1-F6EECF244321}">
                <p14:modId xmlns:p14="http://schemas.microsoft.com/office/powerpoint/2010/main" val="408597134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6002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2DEA4175-65CE-55D9-FC24-6385B300D4E1}"/>
              </a:ext>
            </a:extLst>
          </p:cNvPr>
          <p:cNvSpPr>
            <a:spLocks noGrp="1"/>
          </p:cNvSpPr>
          <p:nvPr>
            <p:ph type="title"/>
          </p:nvPr>
        </p:nvSpPr>
        <p:spPr>
          <a:xfrm>
            <a:off x="1371597" y="348865"/>
            <a:ext cx="10044023" cy="877729"/>
          </a:xfrm>
        </p:spPr>
        <p:txBody>
          <a:bodyPr anchor="ctr">
            <a:normAutofit/>
          </a:bodyPr>
          <a:lstStyle/>
          <a:p>
            <a:r>
              <a:rPr lang="fr-BE" sz="4000">
                <a:solidFill>
                  <a:srgbClr val="FFFFFF"/>
                </a:solidFill>
              </a:rPr>
              <a:t>Questions fréquentes</a:t>
            </a:r>
          </a:p>
        </p:txBody>
      </p:sp>
      <p:graphicFrame>
        <p:nvGraphicFramePr>
          <p:cNvPr id="5" name="Espace réservé du contenu 2">
            <a:extLst>
              <a:ext uri="{FF2B5EF4-FFF2-40B4-BE49-F238E27FC236}">
                <a16:creationId xmlns:a16="http://schemas.microsoft.com/office/drawing/2014/main" id="{150B468F-D29D-B249-2125-FEDC2D260B9C}"/>
              </a:ext>
            </a:extLst>
          </p:cNvPr>
          <p:cNvGraphicFramePr>
            <a:graphicFrameLocks noGrp="1"/>
          </p:cNvGraphicFramePr>
          <p:nvPr>
            <p:ph idx="1"/>
            <p:extLst>
              <p:ext uri="{D42A27DB-BD31-4B8C-83A1-F6EECF244321}">
                <p14:modId xmlns:p14="http://schemas.microsoft.com/office/powerpoint/2010/main" val="43838541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5938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Espace réservé du contenu 2">
            <a:extLst>
              <a:ext uri="{FF2B5EF4-FFF2-40B4-BE49-F238E27FC236}">
                <a16:creationId xmlns:a16="http://schemas.microsoft.com/office/drawing/2014/main" id="{A3603E8A-402B-9B6C-AC77-E5C587D33652}"/>
              </a:ext>
            </a:extLst>
          </p:cNvPr>
          <p:cNvGraphicFramePr>
            <a:graphicFrameLocks noGrp="1"/>
          </p:cNvGraphicFramePr>
          <p:nvPr>
            <p:ph idx="1"/>
            <p:extLst>
              <p:ext uri="{D42A27DB-BD31-4B8C-83A1-F6EECF244321}">
                <p14:modId xmlns:p14="http://schemas.microsoft.com/office/powerpoint/2010/main" val="74128996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457937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1687</TotalTime>
  <Words>2092</Words>
  <Application>Microsoft Office PowerPoint</Application>
  <PresentationFormat>Grand écran</PresentationFormat>
  <Paragraphs>260</Paragraphs>
  <Slides>42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42</vt:i4>
      </vt:variant>
    </vt:vector>
  </HeadingPairs>
  <TitlesOfParts>
    <vt:vector size="47" baseType="lpstr">
      <vt:lpstr>Aptos</vt:lpstr>
      <vt:lpstr>Aptos Display</vt:lpstr>
      <vt:lpstr>Arial</vt:lpstr>
      <vt:lpstr>Calibri</vt:lpstr>
      <vt:lpstr>Thème Office</vt:lpstr>
      <vt:lpstr>MartialComp  La solution qui simplifie la gestion de votre club ou fédération d'arts martiaux </vt:lpstr>
      <vt:lpstr>Présentation PowerPoint</vt:lpstr>
      <vt:lpstr>Vos défis quotidiens, nos solutions concrètes</vt:lpstr>
      <vt:lpstr>Pour les responsables de club</vt:lpstr>
      <vt:lpstr>Gestion financière complète</vt:lpstr>
      <vt:lpstr>Boutique en ligne intégrée</vt:lpstr>
      <vt:lpstr>Gestion Électronique des Documents (GED)</vt:lpstr>
      <vt:lpstr>Organisation simplifiée des cours</vt:lpstr>
      <vt:lpstr>Pour les coachs et instructeurs</vt:lpstr>
      <vt:lpstr>Bibliothèque technique complète</vt:lpstr>
      <vt:lpstr>Préparation aux compétitions optimisée</vt:lpstr>
      <vt:lpstr>Communication directe avec les pratiquants</vt:lpstr>
      <vt:lpstr>Pour les dirigeants de fédération</vt:lpstr>
      <vt:lpstr>Centre de documentation fédéral</vt:lpstr>
      <vt:lpstr>Gestion financière centralisée</vt:lpstr>
      <vt:lpstr>Boutique fédérale performante</vt:lpstr>
      <vt:lpstr>Organisation des compétitions sans limite</vt:lpstr>
      <vt:lpstr>Standardisation des grades et formations</vt:lpstr>
      <vt:lpstr>Pour les juges et arbitres</vt:lpstr>
      <vt:lpstr>Bibliothèque réglementaire personnalisée</vt:lpstr>
      <vt:lpstr>Gestion des disponibilités et affectations</vt:lpstr>
      <vt:lpstr>Outils d'aide à la décision</vt:lpstr>
      <vt:lpstr>Pour les pratiquants</vt:lpstr>
      <vt:lpstr>Portefeuille numérique complet</vt:lpstr>
      <vt:lpstr>Gestion administrative allégée</vt:lpstr>
      <vt:lpstr>Appartenance à une communauté</vt:lpstr>
      <vt:lpstr>Une solution adaptée à toutes les disciplines</vt:lpstr>
      <vt:lpstr>Des bénéfices concrets pour votre organisation</vt:lpstr>
      <vt:lpstr>Patrimoine documentaire valorisé</vt:lpstr>
      <vt:lpstr>Optimisation financière complète</vt:lpstr>
      <vt:lpstr>Économies significatives</vt:lpstr>
      <vt:lpstr>Professionnalisation de votre image</vt:lpstr>
      <vt:lpstr>Tranquillité d'esprit</vt:lpstr>
      <vt:lpstr>Témoignages de nos utilisateurs</vt:lpstr>
      <vt:lpstr>Témoignages de nos utilisateurs</vt:lpstr>
      <vt:lpstr>Adapté à toutes les tailles d'organisation</vt:lpstr>
      <vt:lpstr>Simple à adopter, facile à utiliser</vt:lpstr>
      <vt:lpstr>Disponible partout, tout le temps</vt:lpstr>
      <vt:lpstr>Prêt à simplifier la gestion de votre organisation ?</vt:lpstr>
      <vt:lpstr>Questions fréquentes</vt:lpstr>
      <vt:lpstr>Questions fréquentes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Bertrand GUINZIEMBA</dc:creator>
  <cp:lastModifiedBy>Bertrand GUINZIEMBA</cp:lastModifiedBy>
  <cp:revision>2</cp:revision>
  <dcterms:created xsi:type="dcterms:W3CDTF">2025-05-23T16:46:27Z</dcterms:created>
  <dcterms:modified xsi:type="dcterms:W3CDTF">2025-05-24T20:54:22Z</dcterms:modified>
</cp:coreProperties>
</file>